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15fb032d4834230" /><Relationship Type="http://schemas.openxmlformats.org/officeDocument/2006/relationships/extended-properties" Target="/docProps/app.xml" Id="Rdc4d261a7d524f41" /><Relationship Type="http://schemas.openxmlformats.org/officeDocument/2006/relationships/officeDocument" Target="/ppt/presentation.xml" Id="R719804fc3a89494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cd3613d28ce4ee8"/>
  </p:sldMasterIdLst>
  <p:notesMasterIdLst>
    <p:notesMasterId xmlns:r="http://schemas.openxmlformats.org/officeDocument/2006/relationships" r:id="R494316b1af8e4367"/>
  </p:notesMasterIdLst>
  <p:sldIdLst>
    <p:sldId xmlns:r="http://schemas.openxmlformats.org/officeDocument/2006/relationships" id="256" r:id="R02ec567dcc794d1c"/>
    <p:sldId xmlns:r="http://schemas.openxmlformats.org/officeDocument/2006/relationships" id="257" r:id="Rf846b6fc12d54f40"/>
    <p:sldId xmlns:r="http://schemas.openxmlformats.org/officeDocument/2006/relationships" id="258" r:id="Rf8e0341267234103"/>
    <p:sldId xmlns:r="http://schemas.openxmlformats.org/officeDocument/2006/relationships" id="259" r:id="R0cbfc77d05b542d1"/>
    <p:sldId xmlns:r="http://schemas.openxmlformats.org/officeDocument/2006/relationships" id="260" r:id="R87e1836026094d96"/>
    <p:sldId xmlns:r="http://schemas.openxmlformats.org/officeDocument/2006/relationships" id="261" r:id="R1f29f81f0e0e4c5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b578a701b654e4e" /><Relationship Type="http://schemas.openxmlformats.org/officeDocument/2006/relationships/slideMaster" Target="/ppt/slideMasters/slideMaster1.xml" Id="Rbcd3613d28ce4ee8" /><Relationship Type="http://schemas.openxmlformats.org/officeDocument/2006/relationships/notesMaster" Target="/ppt/notesMasters/notesMaster1.xml" Id="R494316b1af8e4367" /><Relationship Type="http://schemas.openxmlformats.org/officeDocument/2006/relationships/presProps" Target="/ppt/presProps.xml" Id="R471031d9f05642cf" /><Relationship Type="http://schemas.openxmlformats.org/officeDocument/2006/relationships/tableStyles" Target="/ppt/tableStyles.xml" Id="R1a4c00bced394b74" /><Relationship Type="http://schemas.openxmlformats.org/officeDocument/2006/relationships/slide" Target="/ppt/slides/slide1.xml" Id="R02ec567dcc794d1c" /><Relationship Type="http://schemas.openxmlformats.org/officeDocument/2006/relationships/slide" Target="/ppt/slides/slide2.xml" Id="Rf846b6fc12d54f40" /><Relationship Type="http://schemas.openxmlformats.org/officeDocument/2006/relationships/slide" Target="/ppt/slides/slide3.xml" Id="Rf8e0341267234103" /><Relationship Type="http://schemas.openxmlformats.org/officeDocument/2006/relationships/slide" Target="/ppt/slides/slide4.xml" Id="R0cbfc77d05b542d1" /><Relationship Type="http://schemas.openxmlformats.org/officeDocument/2006/relationships/slide" Target="/ppt/slides/slide5.xml" Id="R87e1836026094d96" /><Relationship Type="http://schemas.openxmlformats.org/officeDocument/2006/relationships/slide" Target="/ppt/slides/slide6.xml" Id="R1f29f81f0e0e4c5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534280385224df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4a431713b414ab6" /><Relationship Type="http://schemas.openxmlformats.org/officeDocument/2006/relationships/notesMaster" Target="/ppt/notesMasters/notesMaster1.xml" Id="Rd0ff22d95f274cf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8d3f905ed4c49d2" /><Relationship Type="http://schemas.openxmlformats.org/officeDocument/2006/relationships/notesMaster" Target="/ppt/notesMasters/notesMaster1.xml" Id="R3e506d5400f64db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64891670a1a45cc" /><Relationship Type="http://schemas.openxmlformats.org/officeDocument/2006/relationships/notesMaster" Target="/ppt/notesMasters/notesMaster1.xml" Id="Rbe54cc2ff75a49f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01d48998e6645ea" /><Relationship Type="http://schemas.openxmlformats.org/officeDocument/2006/relationships/notesMaster" Target="/ppt/notesMasters/notesMaster1.xml" Id="R95ed8344fa21496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2523d3fa83f4f57" /><Relationship Type="http://schemas.openxmlformats.org/officeDocument/2006/relationships/notesMaster" Target="/ppt/notesMasters/notesMaster1.xml" Id="R20e30395c6c244f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3b49d9ce1f44c85" /><Relationship Type="http://schemas.openxmlformats.org/officeDocument/2006/relationships/notesMaster" Target="/ppt/notesMasters/notesMaster1.xml" Id="R0b771d9156bf437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Cover. Source: https://github.com/Biieru/GIUMS.Mediakit (index.html, css/style.css, js/brand.js, assets). Visual reproduced from the website at its original proportions. Audience figures as supplied: October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Artist and original art. Source: https://github.com/Biieru/GIUMS.Mediakit (index.html, css/style.css, js/brand.js, assets). Visual reproduced from the website at its original proportions. Audience figures as supplied: October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YATHRA. Source: https://github.com/Biieru/GIUMS.Mediakit (index.html, css/style.css, js/brand.js, assets). Visual reproduced from the website at its original proportions. Audience figures as supplied: October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Audience and reach. Source: https://github.com/Biieru/GIUMS.Mediakit (index.html, css/style.css, js/brand.js, assets). Visual reproduced from the website at its original proportions. Audience figures as supplied: October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Brand partnerships. Source: https://github.com/Biieru/GIUMS.Mediakit (index.html, css/style.css, js/brand.js, assets). Visual reproduced from the website at its original proportions. Audience figures as supplied: October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Contact and usage rights. Source: https://github.com/Biieru/GIUMS.Mediakit (index.html, css/style.css, js/brand.js, assets). Visual reproduced from the website at its original proportions. Audience figures as supplied: October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a4d35fec50b478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1eaeab724cd47dd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bc747bf273d41c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dfa6753167548e4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6b724533d6e4cfd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7de49ca909d441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3B8B950-B56D-4D17-8EB0-89FEAD1A282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641C13C8-9DF3-42E5-A447-A3B0BAEAC6B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59357DDF-3E8E-4DE3-A003-54212C5447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37B90F1-349A-4188-AB6E-05AA7707BA3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3C3DE567-41CB-475F-B557-02FD76E37B0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FA629D75-ED68-47F4-AD43-FF885C30107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5829F329-C245-4664-8E40-9B01356C204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1BAEC684-991A-487F-9B8F-B01296DC8F4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C3D733E-F31D-4503-A653-90E2FD1AFCE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9C3FEDAE-7F7D-421B-9A86-C89797D8A3A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20cdb1a731544a1" /><Relationship Type="http://schemas.openxmlformats.org/officeDocument/2006/relationships/slideLayout" Target="/ppt/slideLayouts/slideLayout1.xml" Id="R92dc811bfd494771" /><Relationship Type="http://schemas.openxmlformats.org/officeDocument/2006/relationships/slideLayout" Target="/ppt/slideLayouts/slideLayout2.xml" Id="Ra1c0ac294a7f4c9b" /><Relationship Type="http://schemas.openxmlformats.org/officeDocument/2006/relationships/slideLayout" Target="/ppt/slideLayouts/slideLayout3.xml" Id="Rdf566204d30e4ffd" /><Relationship Type="http://schemas.openxmlformats.org/officeDocument/2006/relationships/slideLayout" Target="/ppt/slideLayouts/slideLayout4.xml" Id="R28deebf7ab26451e" /><Relationship Type="http://schemas.openxmlformats.org/officeDocument/2006/relationships/slideLayout" Target="/ppt/slideLayouts/slideLayout5.xml" Id="Rc84ee9f13ddd4f93" /><Relationship Type="http://schemas.openxmlformats.org/officeDocument/2006/relationships/slideLayout" Target="/ppt/slideLayouts/slideLayout6.xml" Id="R2f68555de27c4e9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2dc811bfd494771"/>
    <p:sldLayoutId xmlns:r="http://schemas.openxmlformats.org/officeDocument/2006/relationships" id="2147483650" r:id="Ra1c0ac294a7f4c9b"/>
    <p:sldLayoutId xmlns:r="http://schemas.openxmlformats.org/officeDocument/2006/relationships" id="2147483651" r:id="Rdf566204d30e4ffd"/>
    <p:sldLayoutId xmlns:r="http://schemas.openxmlformats.org/officeDocument/2006/relationships" id="2147483652" r:id="R28deebf7ab26451e"/>
    <p:sldLayoutId xmlns:r="http://schemas.openxmlformats.org/officeDocument/2006/relationships" id="2147483653" r:id="Rc84ee9f13ddd4f93"/>
    <p:sldLayoutId xmlns:r="http://schemas.openxmlformats.org/officeDocument/2006/relationships" id="2147483654" r:id="R2f68555de27c4e9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1c25a953ac046b3" /><Relationship Type="http://schemas.openxmlformats.org/officeDocument/2006/relationships/image" Target="/ppt/media/image.jpeg" Id="R5835ee88a44f481a" /><Relationship Type="http://schemas.openxmlformats.org/officeDocument/2006/relationships/notesSlide" Target="/ppt/notesSlides/notesSlide1.xml" Id="R74027aafa5aa47c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a0e5e6b491c40f3" /><Relationship Type="http://schemas.openxmlformats.org/officeDocument/2006/relationships/image" Target="/ppt/media/image2.jpeg" Id="R5dd62984414b4cef" /><Relationship Type="http://schemas.openxmlformats.org/officeDocument/2006/relationships/notesSlide" Target="/ppt/notesSlides/notesSlide2.xml" Id="R49d41976c9314859" /></Relationships>
</file>

<file path=ppt/slides/_rels/slide3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9f3e77de737044e4"/><Relationship Type="http://schemas.openxmlformats.org/officeDocument/2006/relationships/image" Target="/ppt/media/image3.jpeg" Id="R053414f55c2d4f1f"/><Relationship Type="http://schemas.openxmlformats.org/officeDocument/2006/relationships/notesSlide" Target="/ppt/notesSlides/notesSlide3.xml" Id="Rcc9301a9246e47e7"/><Relationship Id="rIdClick1" Type="http://schemas.openxmlformats.org/officeDocument/2006/relationships/hyperlink" Target="https://www.patreon.com/giums" TargetMode="External"/></Relationships>
</file>

<file path=ppt/slides/_rels/slide4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f4fc8f92d7a34655"/><Relationship Type="http://schemas.openxmlformats.org/officeDocument/2006/relationships/image" Target="/ppt/media/image4.jpeg" Id="R3b71ada80c52478a"/><Relationship Type="http://schemas.openxmlformats.org/officeDocument/2006/relationships/notesSlide" Target="/ppt/notesSlides/notesSlide4.xml" Id="R74d04db203674c80"/><Relationship Id="rIdClick1" Type="http://schemas.openxmlformats.org/officeDocument/2006/relationships/hyperlink" Target="https://www.instagram.com/giums/" TargetMode="External"/><Relationship Id="rIdClick2" Type="http://schemas.openxmlformats.org/officeDocument/2006/relationships/hyperlink" Target="https://www.patreon.com/giums" TargetMode="External"/></Relationships>
</file>

<file path=ppt/slides/_rels/slide5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3a75b4c1e5e64ca4"/><Relationship Type="http://schemas.openxmlformats.org/officeDocument/2006/relationships/image" Target="/ppt/media/image5.jpeg" Id="Rdacd68a458e14ed1"/><Relationship Type="http://schemas.openxmlformats.org/officeDocument/2006/relationships/notesSlide" Target="/ppt/notesSlides/notesSlide5.xml" Id="R5f5c6d970021419f"/><Relationship Id="rIdClick1" Type="http://schemas.openxmlformats.org/officeDocument/2006/relationships/hyperlink" Target="https://youtu.be/1wZL_RG2Ma4" TargetMode="External"/><Relationship Id="rIdClick2" Type="http://schemas.openxmlformats.org/officeDocument/2006/relationships/hyperlink" Target="https://www.instagram.com/reels/CQjiu2mBFcf/" TargetMode="External"/><Relationship Id="rIdClick3" Type="http://schemas.openxmlformats.org/officeDocument/2006/relationships/hyperlink" Target="mailto:giumsart@gmail.com" TargetMode="External"/></Relationships>
</file>

<file path=ppt/slides/_rels/slide6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e97ed1f582ea49c5"/><Relationship Type="http://schemas.openxmlformats.org/officeDocument/2006/relationships/image" Target="/ppt/media/image6.jpeg" Id="R33146d89c6934d13"/><Relationship Type="http://schemas.openxmlformats.org/officeDocument/2006/relationships/notesSlide" Target="/ppt/notesSlides/notesSlide6.xml" Id="Rd00d13cec0ee41e2"/><Relationship Id="rIdClick1" Type="http://schemas.openxmlformats.org/officeDocument/2006/relationships/hyperlink" Target="mailto:giumsart@gmail.com" TargetMode="External"/><Relationship Id="rIdClick2" Type="http://schemas.openxmlformats.org/officeDocument/2006/relationships/hyperlink" Target="https://giums.onrender.com/" TargetMode="External"/><Relationship Id="rIdClick3" Type="http://schemas.openxmlformats.org/officeDocument/2006/relationships/hyperlink" Target="https://www.instagram.com/giums/" TargetMode="External"/><Relationship Id="rIdClick4" Type="http://schemas.openxmlformats.org/officeDocument/2006/relationships/hyperlink" Target="https://bsky.app/profile/giums.bsky.social" TargetMode="External"/><Relationship Id="rIdClick5" Type="http://schemas.openxmlformats.org/officeDocument/2006/relationships/hyperlink" Target="https://www.youtube.com/@GIUMSyt" TargetMode="External"/><Relationship Id="rIdClick6" Type="http://schemas.openxmlformats.org/officeDocument/2006/relationships/hyperlink" Target="https://www.twitch.tv/giums" TargetMode="External"/><Relationship Id="rIdClick7" Type="http://schemas.openxmlformats.org/officeDocument/2006/relationships/hyperlink" Target="https://www.patreon.com/giums" TargetMode="Externa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060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46EED7-1128-486F-A9C7-0AF2BDEF3C1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35ee88a44f481a"/>
          <a:stretch xmlns:a="http://schemas.openxmlformats.org/drawingml/2006/main"/>
        </p:blipFill>
        <p:spPr>
          <a:xfrm xmlns:a="http://schemas.openxmlformats.org/drawingml/2006/main">
            <a:off x="0" y="265800"/>
            <a:ext cx="12192000" cy="63264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56109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72DD26-629C-4FE1-BA8E-D44E5DF064E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d62984414b4cef"/>
          <a:stretch xmlns:a="http://schemas.openxmlformats.org/drawingml/2006/main"/>
        </p:blipFill>
        <p:spPr>
          <a:xfrm xmlns:a="http://schemas.openxmlformats.org/drawingml/2006/main">
            <a:off x="2262523" y="0"/>
            <a:ext cx="7666954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90463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060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A659E6-2488-482E-A7D0-BD241E82AE8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3414f55c2d4f1f"/>
          <a:stretch xmlns:a="http://schemas.openxmlformats.org/drawingml/2006/main"/>
        </p:blipFill>
        <p:spPr>
          <a:xfrm xmlns:a="http://schemas.openxmlformats.org/drawingml/2006/main">
            <a:off x="0" y="573000"/>
            <a:ext cx="12192000" cy="5712000"/>
          </a:xfrm>
          <a:prstGeom xmlns:a="http://schemas.openxmlformats.org/drawingml/2006/main" prst="rect">
            <a:avLst/>
          </a:prstGeom>
        </p:spPr>
      </p:pic>
      <p:sp>
        <p:nvSpPr>
          <p:cNvPr id="2" name="hotspot-1">
            <a:extLst xmlns:a="http://schemas.openxmlformats.org/drawingml/2006/main">
              <a:ext uri="{FF2B5EF4-FFF2-40B4-BE49-F238E27FC236}">
                <a16:creationId xmlns:a16="http://schemas.microsoft.com/office/drawing/2014/main" id="{47C30BDC-0CDD-4D94-AB9B-7EF59F7786CB}"/>
              </a:ext>
            </a:extLst>
            <ns0:hlinkClick xmlns:ns0="http://schemas.openxmlformats.org/drawingml/2006/main" xmlns:ns1="http://schemas.openxmlformats.org/officeDocument/2006/relationships" ns1:id="rIdClick1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50" y="5902650"/>
            <a:ext cx="1894950" cy="14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63057739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B1467A-969B-4B35-BF3D-450A9415C1F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71ada80c52478a"/>
          <a:stretch xmlns:a="http://schemas.openxmlformats.org/drawingml/2006/main"/>
        </p:blipFill>
        <p:spPr>
          <a:xfrm xmlns:a="http://schemas.openxmlformats.org/drawingml/2006/main">
            <a:off x="2466975" y="0"/>
            <a:ext cx="725805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hotspot-1">
            <a:extLst xmlns:a="http://schemas.openxmlformats.org/drawingml/2006/main">
              <a:ext uri="{FF2B5EF4-FFF2-40B4-BE49-F238E27FC236}">
                <a16:creationId xmlns:a16="http://schemas.microsoft.com/office/drawing/2014/main" id="{39A8604F-0BFC-4E01-A294-3E4E26F994B9}"/>
              </a:ext>
            </a:extLst>
            <ns0:hlinkClick xmlns:ns0="http://schemas.openxmlformats.org/drawingml/2006/main" xmlns:ns1="http://schemas.openxmlformats.org/officeDocument/2006/relationships" ns1:id="rIdClick1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452" y="615970"/>
            <a:ext cx="346383" cy="1028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3" name="hotspot-2">
            <a:extLst xmlns:a="http://schemas.openxmlformats.org/drawingml/2006/main">
              <a:ext uri="{FF2B5EF4-FFF2-40B4-BE49-F238E27FC236}">
                <a16:creationId xmlns:a16="http://schemas.microsoft.com/office/drawing/2014/main" id="{530DFB1E-D40D-471E-9573-3BFBEE2C1C5E}"/>
              </a:ext>
            </a:extLst>
            <ns2:hlinkClick xmlns:ns2="http://schemas.openxmlformats.org/drawingml/2006/main" xmlns:ns3="http://schemas.openxmlformats.org/officeDocument/2006/relationships" ns3:id="rIdClick2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5922" y="615970"/>
            <a:ext cx="810458" cy="1028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49111331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1B4EB8-ACCB-41AB-A89D-5AC4E94A545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cd68a458e14ed1"/>
          <a:stretch xmlns:a="http://schemas.openxmlformats.org/drawingml/2006/main"/>
        </p:blipFill>
        <p:spPr>
          <a:xfrm xmlns:a="http://schemas.openxmlformats.org/drawingml/2006/main">
            <a:off x="3029218" y="0"/>
            <a:ext cx="6133563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hotspot-1">
            <a:extLst xmlns:a="http://schemas.openxmlformats.org/drawingml/2006/main">
              <a:ext uri="{FF2B5EF4-FFF2-40B4-BE49-F238E27FC236}">
                <a16:creationId xmlns:a16="http://schemas.microsoft.com/office/drawing/2014/main" id="{822CFAC4-AC7F-4CFE-9429-52C6676D7A5F}"/>
              </a:ext>
            </a:extLst>
            <ns0:hlinkClick xmlns:ns0="http://schemas.openxmlformats.org/drawingml/2006/main" xmlns:ns1="http://schemas.openxmlformats.org/officeDocument/2006/relationships" ns1:id="rIdClick1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1833" y="4020246"/>
            <a:ext cx="2271939" cy="11379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3" name="hotspot-2">
            <a:extLst xmlns:a="http://schemas.openxmlformats.org/drawingml/2006/main">
              <a:ext uri="{FF2B5EF4-FFF2-40B4-BE49-F238E27FC236}">
                <a16:creationId xmlns:a16="http://schemas.microsoft.com/office/drawing/2014/main" id="{2B213E13-99EA-4922-9BD9-662E29765722}"/>
              </a:ext>
            </a:extLst>
            <ns2:hlinkClick xmlns:ns2="http://schemas.openxmlformats.org/drawingml/2006/main" xmlns:ns3="http://schemas.openxmlformats.org/officeDocument/2006/relationships" ns3:id="rIdClick2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1833" y="4134043"/>
            <a:ext cx="2271939" cy="11379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4" name="hotspot-3">
            <a:extLst xmlns:a="http://schemas.openxmlformats.org/drawingml/2006/main">
              <a:ext uri="{FF2B5EF4-FFF2-40B4-BE49-F238E27FC236}">
                <a16:creationId xmlns:a16="http://schemas.microsoft.com/office/drawing/2014/main" id="{7750BE96-AC98-4EAE-8050-0D0C5F790842}"/>
              </a:ext>
            </a:extLst>
            <ns4:hlinkClick xmlns:ns4="http://schemas.openxmlformats.org/drawingml/2006/main" xmlns:ns5="http://schemas.openxmlformats.org/officeDocument/2006/relationships" ns5:id="rIdClick3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9572" y="5165988"/>
            <a:ext cx="971575" cy="111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30505352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060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E14B93-1598-4D61-9C6F-F90D23C0FA6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146d89c6934d13"/>
          <a:stretch xmlns:a="http://schemas.openxmlformats.org/drawingml/2006/main"/>
        </p:blipFill>
        <p:spPr>
          <a:xfrm xmlns:a="http://schemas.openxmlformats.org/drawingml/2006/main">
            <a:off x="0" y="1633800"/>
            <a:ext cx="12192000" cy="3590400"/>
          </a:xfrm>
          <a:prstGeom xmlns:a="http://schemas.openxmlformats.org/drawingml/2006/main" prst="rect">
            <a:avLst/>
          </a:prstGeom>
        </p:spPr>
      </p:pic>
      <p:sp>
        <p:nvSpPr>
          <p:cNvPr id="2" name="hotspot-1">
            <a:extLst xmlns:a="http://schemas.openxmlformats.org/drawingml/2006/main">
              <a:ext uri="{FF2B5EF4-FFF2-40B4-BE49-F238E27FC236}">
                <a16:creationId xmlns:a16="http://schemas.microsoft.com/office/drawing/2014/main" id="{6DCED2A7-6F1F-4F48-ACBD-1BC41D25BA98}"/>
              </a:ext>
            </a:extLst>
            <ns0:hlinkClick xmlns:ns0="http://schemas.openxmlformats.org/drawingml/2006/main" xmlns:ns1="http://schemas.openxmlformats.org/officeDocument/2006/relationships" ns1:id="rIdClick1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2359350"/>
            <a:ext cx="1427550" cy="15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3" name="hotspot-2">
            <a:extLst xmlns:a="http://schemas.openxmlformats.org/drawingml/2006/main">
              <a:ext uri="{FF2B5EF4-FFF2-40B4-BE49-F238E27FC236}">
                <a16:creationId xmlns:a16="http://schemas.microsoft.com/office/drawing/2014/main" id="{C59D6FB4-BC33-450B-8392-3C5C938AAC4E}"/>
              </a:ext>
            </a:extLst>
            <ns2:hlinkClick xmlns:ns2="http://schemas.openxmlformats.org/drawingml/2006/main" xmlns:ns3="http://schemas.openxmlformats.org/officeDocument/2006/relationships" ns3:id="rIdClick2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6750" y="2359350"/>
            <a:ext cx="1365150" cy="15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4" name="hotspot-3">
            <a:extLst xmlns:a="http://schemas.openxmlformats.org/drawingml/2006/main">
              <a:ext uri="{FF2B5EF4-FFF2-40B4-BE49-F238E27FC236}">
                <a16:creationId xmlns:a16="http://schemas.microsoft.com/office/drawing/2014/main" id="{9219BC7F-092A-4AD8-A20E-F243A1DB6BB1}"/>
              </a:ext>
            </a:extLst>
            <ns4:hlinkClick xmlns:ns4="http://schemas.openxmlformats.org/drawingml/2006/main" xmlns:ns5="http://schemas.openxmlformats.org/officeDocument/2006/relationships" ns5:id="rIdClick3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6450" y="2731350"/>
            <a:ext cx="549450" cy="15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5" name="hotspot-4">
            <a:extLst xmlns:a="http://schemas.openxmlformats.org/drawingml/2006/main">
              <a:ext uri="{FF2B5EF4-FFF2-40B4-BE49-F238E27FC236}">
                <a16:creationId xmlns:a16="http://schemas.microsoft.com/office/drawing/2014/main" id="{D0AD9D5D-1B11-474B-8582-7D53C51AC8BB}"/>
              </a:ext>
            </a:extLst>
            <ns6:hlinkClick xmlns:ns6="http://schemas.openxmlformats.org/drawingml/2006/main" xmlns:ns7="http://schemas.openxmlformats.org/officeDocument/2006/relationships" ns7:id="rIdClick4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300" y="2731350"/>
            <a:ext cx="1263600" cy="15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6" name="hotspot-5">
            <a:extLst xmlns:a="http://schemas.openxmlformats.org/drawingml/2006/main">
              <a:ext uri="{FF2B5EF4-FFF2-40B4-BE49-F238E27FC236}">
                <a16:creationId xmlns:a16="http://schemas.microsoft.com/office/drawing/2014/main" id="{F2000013-5A61-4C51-B5F3-F4A1C318D0DA}"/>
              </a:ext>
            </a:extLst>
            <ns8:hlinkClick xmlns:ns8="http://schemas.openxmlformats.org/drawingml/2006/main" xmlns:ns9="http://schemas.openxmlformats.org/officeDocument/2006/relationships" ns9:id="rIdClick5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7600" y="3103350"/>
            <a:ext cx="708300" cy="15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7" name="hotspot-6">
            <a:extLst xmlns:a="http://schemas.openxmlformats.org/drawingml/2006/main">
              <a:ext uri="{FF2B5EF4-FFF2-40B4-BE49-F238E27FC236}">
                <a16:creationId xmlns:a16="http://schemas.microsoft.com/office/drawing/2014/main" id="{D7FFC548-B17D-4082-AD36-C8D7A69CE8F3}"/>
              </a:ext>
            </a:extLst>
            <ns10:hlinkClick xmlns:ns10="http://schemas.openxmlformats.org/drawingml/2006/main" xmlns:ns11="http://schemas.openxmlformats.org/officeDocument/2006/relationships" ns11:id="rIdClick6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250" y="3103350"/>
            <a:ext cx="1006650" cy="15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8" name="hotspot-7">
            <a:extLst xmlns:a="http://schemas.openxmlformats.org/drawingml/2006/main">
              <a:ext uri="{FF2B5EF4-FFF2-40B4-BE49-F238E27FC236}">
                <a16:creationId xmlns:a16="http://schemas.microsoft.com/office/drawing/2014/main" id="{B615973C-223C-494A-968D-E25631BEB6E7}"/>
              </a:ext>
            </a:extLst>
            <ns12:hlinkClick xmlns:ns12="http://schemas.openxmlformats.org/drawingml/2006/main" xmlns:ns13="http://schemas.openxmlformats.org/officeDocument/2006/relationships" ns13:id="rIdClick7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0100" y="3475350"/>
            <a:ext cx="1285800" cy="15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3352181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2026-10-16T23:59:36.4660000Z</dcterms:created>
  <dcterms:modified xsi:type="dcterms:W3CDTF">2026-10-16T23:59:36.4660000Z</dcterms:modified>
</coreProperties>
</file>