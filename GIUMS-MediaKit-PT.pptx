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5b6da29c35bb449e" /><Relationship Type="http://schemas.openxmlformats.org/officeDocument/2006/relationships/extended-properties" Target="/docProps/app.xml" Id="R9d53462d042b481e" /><Relationship Type="http://schemas.openxmlformats.org/officeDocument/2006/relationships/officeDocument" Target="/ppt/presentation.xml" Id="Re1977ad5ef104f1d" /></Relationships>
</file>

<file path=ppt/presentation.xml><?xml version="1.0" encoding="utf-8"?>
<p:presentation xmlns:p="http://schemas.openxmlformats.org/presentationml/2006/main">
  <p:sldMasterIdLst>
    <p:sldMasterId xmlns:r="http://schemas.openxmlformats.org/officeDocument/2006/relationships" id="2147483648" r:id="Rf0ec73797c5d4fee"/>
  </p:sldMasterIdLst>
  <p:notesMasterIdLst>
    <p:notesMasterId xmlns:r="http://schemas.openxmlformats.org/officeDocument/2006/relationships" r:id="Rb460d550ca6d4dc6"/>
  </p:notesMasterIdLst>
  <p:sldIdLst>
    <p:sldId xmlns:r="http://schemas.openxmlformats.org/officeDocument/2006/relationships" id="256" r:id="R58198dc3c6904070"/>
    <p:sldId xmlns:r="http://schemas.openxmlformats.org/officeDocument/2006/relationships" id="257" r:id="R58642caacf964c45"/>
    <p:sldId xmlns:r="http://schemas.openxmlformats.org/officeDocument/2006/relationships" id="258" r:id="R6f8971c20ab94392"/>
    <p:sldId xmlns:r="http://schemas.openxmlformats.org/officeDocument/2006/relationships" id="259" r:id="R85383cf9626640aa"/>
    <p:sldId xmlns:r="http://schemas.openxmlformats.org/officeDocument/2006/relationships" id="260" r:id="R0455682d60504ba5"/>
    <p:sldId xmlns:r="http://schemas.openxmlformats.org/officeDocument/2006/relationships" id="261" r:id="Ra862232ed835424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c9ae0d8064084fe5" /><Relationship Type="http://schemas.openxmlformats.org/officeDocument/2006/relationships/slideMaster" Target="/ppt/slideMasters/slideMaster1.xml" Id="Rf0ec73797c5d4fee" /><Relationship Type="http://schemas.openxmlformats.org/officeDocument/2006/relationships/notesMaster" Target="/ppt/notesMasters/notesMaster1.xml" Id="Rb460d550ca6d4dc6" /><Relationship Type="http://schemas.openxmlformats.org/officeDocument/2006/relationships/presProps" Target="/ppt/presProps.xml" Id="Rd991eb62149445c8" /><Relationship Type="http://schemas.openxmlformats.org/officeDocument/2006/relationships/tableStyles" Target="/ppt/tableStyles.xml" Id="R221b779c39c04fc0" /><Relationship Type="http://schemas.openxmlformats.org/officeDocument/2006/relationships/slide" Target="/ppt/slides/slide1.xml" Id="R58198dc3c6904070" /><Relationship Type="http://schemas.openxmlformats.org/officeDocument/2006/relationships/slide" Target="/ppt/slides/slide2.xml" Id="R58642caacf964c45" /><Relationship Type="http://schemas.openxmlformats.org/officeDocument/2006/relationships/slide" Target="/ppt/slides/slide3.xml" Id="R6f8971c20ab94392" /><Relationship Type="http://schemas.openxmlformats.org/officeDocument/2006/relationships/slide" Target="/ppt/slides/slide4.xml" Id="R85383cf9626640aa" /><Relationship Type="http://schemas.openxmlformats.org/officeDocument/2006/relationships/slide" Target="/ppt/slides/slide5.xml" Id="R0455682d60504ba5" /><Relationship Type="http://schemas.openxmlformats.org/officeDocument/2006/relationships/slide" Target="/ppt/slides/slide6.xml" Id="Ra862232ed835424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a80af63ac66d4435"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ee18cd7d2b54c77" /><Relationship Type="http://schemas.openxmlformats.org/officeDocument/2006/relationships/notesMaster" Target="/ppt/notesMasters/notesMaster1.xml" Id="R28708168d28947c0" /></Relationships>
</file>

<file path=ppt/notesSlides/_rels/notesSlide2.xml.rels>&#65279;<?xml version="1.0" encoding="utf-8"?><Relationships xmlns="http://schemas.openxmlformats.org/package/2006/relationships"><Relationship Type="http://schemas.openxmlformats.org/officeDocument/2006/relationships/slide" Target="/ppt/slides/slide2.xml" Id="R3149f84114744efb" /><Relationship Type="http://schemas.openxmlformats.org/officeDocument/2006/relationships/notesMaster" Target="/ppt/notesMasters/notesMaster1.xml" Id="R9c540e1fa5b84977" /></Relationships>
</file>

<file path=ppt/notesSlides/_rels/notesSlide3.xml.rels>&#65279;<?xml version="1.0" encoding="utf-8"?><Relationships xmlns="http://schemas.openxmlformats.org/package/2006/relationships"><Relationship Type="http://schemas.openxmlformats.org/officeDocument/2006/relationships/slide" Target="/ppt/slides/slide3.xml" Id="R4ee9ded753244b9a" /><Relationship Type="http://schemas.openxmlformats.org/officeDocument/2006/relationships/notesMaster" Target="/ppt/notesMasters/notesMaster1.xml" Id="Rc470d3ff47034577" /></Relationships>
</file>

<file path=ppt/notesSlides/_rels/notesSlide4.xml.rels>&#65279;<?xml version="1.0" encoding="utf-8"?><Relationships xmlns="http://schemas.openxmlformats.org/package/2006/relationships"><Relationship Type="http://schemas.openxmlformats.org/officeDocument/2006/relationships/slide" Target="/ppt/slides/slide4.xml" Id="Rd1872226499e4c7f" /><Relationship Type="http://schemas.openxmlformats.org/officeDocument/2006/relationships/notesMaster" Target="/ppt/notesMasters/notesMaster1.xml" Id="R77e8fb596d1a445a" /></Relationships>
</file>

<file path=ppt/notesSlides/_rels/notesSlide5.xml.rels>&#65279;<?xml version="1.0" encoding="utf-8"?><Relationships xmlns="http://schemas.openxmlformats.org/package/2006/relationships"><Relationship Type="http://schemas.openxmlformats.org/officeDocument/2006/relationships/slide" Target="/ppt/slides/slide5.xml" Id="Re3b49df0ba6d414c" /><Relationship Type="http://schemas.openxmlformats.org/officeDocument/2006/relationships/notesMaster" Target="/ppt/notesMasters/notesMaster1.xml" Id="R8cf8f94f9f384148" /></Relationships>
</file>

<file path=ppt/notesSlides/_rels/notesSlide6.xml.rels>&#65279;<?xml version="1.0" encoding="utf-8"?><Relationships xmlns="http://schemas.openxmlformats.org/package/2006/relationships"><Relationship Type="http://schemas.openxmlformats.org/officeDocument/2006/relationships/slide" Target="/ppt/slides/slide6.xml" Id="Rd673e51d0a1948cb" /><Relationship Type="http://schemas.openxmlformats.org/officeDocument/2006/relationships/notesMaster" Target="/ppt/notesMasters/notesMaster1.xml" Id="Raa12b9c35b8e43b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Original IGNAVRAK dragon artwork from the GIUMS media kit: https://github.com/Biieru/GIUMS.Mediakit/assets/hero.webp.</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Content and original artwork: https://github.com/Biieru/GIUMS.Mediakit. Audience figures supplied in the media kit, October 2026.</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9236371ea204f88"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68b7e4aa7d44de4"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6d094c10e9a14307"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03106de0aee349e7"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d334e07faea94e61"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b7fbdca85f4c4666"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381F78C-2FBA-4128-8232-4DD7CC16FC5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CC9309B-9352-4770-829B-E038072DA195}"/>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24CDF31D-81A8-4839-B594-CD18B3E61A7A}"/>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41C7622-39BF-493A-ABA3-C16FB04C7558}"/>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9EEEC97-D0B9-43F5-A731-A0F5EC8CB6A6}"/>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13DDCC9D-9B16-49DB-AD3C-1C6394833622}"/>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1EC8D258-70B1-49A5-A000-DF21F1F51C86}"/>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862D9CC9-33AD-4541-B198-A1193BD8830E}"/>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B4B0F75E-1164-4519-8287-827DC3E33C23}"/>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6AFB93-C6E5-4EE6-9823-682E244F69B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8ad61212ae3d4ecc" /><Relationship Type="http://schemas.openxmlformats.org/officeDocument/2006/relationships/slideLayout" Target="/ppt/slideLayouts/slideLayout1.xml" Id="R8e09d1711e3f4984" /><Relationship Type="http://schemas.openxmlformats.org/officeDocument/2006/relationships/slideLayout" Target="/ppt/slideLayouts/slideLayout2.xml" Id="Rdf078f9e92f14b13" /><Relationship Type="http://schemas.openxmlformats.org/officeDocument/2006/relationships/slideLayout" Target="/ppt/slideLayouts/slideLayout3.xml" Id="R48d6d477b82a448d" /><Relationship Type="http://schemas.openxmlformats.org/officeDocument/2006/relationships/slideLayout" Target="/ppt/slideLayouts/slideLayout4.xml" Id="Rba1b6af5750e49bd" /><Relationship Type="http://schemas.openxmlformats.org/officeDocument/2006/relationships/slideLayout" Target="/ppt/slideLayouts/slideLayout5.xml" Id="R9593648fbf7347d0" /><Relationship Type="http://schemas.openxmlformats.org/officeDocument/2006/relationships/slideLayout" Target="/ppt/slideLayouts/slideLayout6.xml" Id="R64964a05d8044160"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8e09d1711e3f4984"/>
    <p:sldLayoutId xmlns:r="http://schemas.openxmlformats.org/officeDocument/2006/relationships" id="2147483650" r:id="Rdf078f9e92f14b13"/>
    <p:sldLayoutId xmlns:r="http://schemas.openxmlformats.org/officeDocument/2006/relationships" id="2147483651" r:id="R48d6d477b82a448d"/>
    <p:sldLayoutId xmlns:r="http://schemas.openxmlformats.org/officeDocument/2006/relationships" id="2147483652" r:id="Rba1b6af5750e49bd"/>
    <p:sldLayoutId xmlns:r="http://schemas.openxmlformats.org/officeDocument/2006/relationships" id="2147483653" r:id="R9593648fbf7347d0"/>
    <p:sldLayoutId xmlns:r="http://schemas.openxmlformats.org/officeDocument/2006/relationships" id="2147483654" r:id="R64964a05d804416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0dca31b5e4f34ef4" /><Relationship Type="http://schemas.openxmlformats.org/officeDocument/2006/relationships/image" Target="/ppt/media/image.png" Id="R5c9975e73b6c4414" /><Relationship Type="http://schemas.openxmlformats.org/officeDocument/2006/relationships/notesSlide" Target="/ppt/notesSlides/notesSlide1.xml" Id="R4056656e4ca84cc1" /></Relationships>
</file>

<file path=ppt/slides/_rels/slide2.xml.rels><?xml version='1.0' encoding='UTF-8' standalone='yes'?>
<Relationships xmlns="http://schemas.openxmlformats.org/package/2006/relationships"><Relationship Type="http://schemas.openxmlformats.org/officeDocument/2006/relationships/slideLayout" Target="/ppt/slideLayouts/slideLayout6.xml" Id="R37d48bc786b54d17"/><Relationship Type="http://schemas.openxmlformats.org/officeDocument/2006/relationships/image" Target="/ppt/media/image2.png" Id="R381b12f2ea6142a5"/><Relationship Type="http://schemas.openxmlformats.org/officeDocument/2006/relationships/notesSlide" Target="/ppt/notesSlides/notesSlide2.xml" Id="R9039b7340fc14ec9"/><Relationship Id="rIdClick1" Type="http://schemas.openxmlformats.org/officeDocument/2006/relationships/hyperlink" Target="https://www.instagram.com/giums/" TargetMode="External"/><Relationship Id="rIdClick2" Type="http://schemas.openxmlformats.org/officeDocument/2006/relationships/hyperlink" Target="https://www.youtube.com/@GIUMSyt" TargetMode="External"/><Relationship Id="rIdClick3" Type="http://schemas.openxmlformats.org/officeDocument/2006/relationships/hyperlink" Target="https://www.patreon.com/giums" TargetMode="External"/></Relationships>
</file>

<file path=ppt/slides/_rels/slide3.xml.rels><?xml version='1.0' encoding='UTF-8' standalone='yes'?>
<Relationships xmlns="http://schemas.openxmlformats.org/package/2006/relationships"><Relationship Type="http://schemas.openxmlformats.org/officeDocument/2006/relationships/slideLayout" Target="/ppt/slideLayouts/slideLayout6.xml" Id="R061e1c9272504c69"/><Relationship Type="http://schemas.openxmlformats.org/officeDocument/2006/relationships/image" Target="/ppt/media/image3.png" Id="R8eb66d399ec246a6"/><Relationship Type="http://schemas.openxmlformats.org/officeDocument/2006/relationships/image" Target="/ppt/media/image4.png" Id="R2d8db7dec3764d01"/><Relationship Type="http://schemas.openxmlformats.org/officeDocument/2006/relationships/image" Target="/ppt/media/image5.png" Id="Ra9a98e56110e49d0"/><Relationship Type="http://schemas.openxmlformats.org/officeDocument/2006/relationships/notesSlide" Target="/ppt/notesSlides/notesSlide3.xml" Id="Rcc8ee01ac3564d4b"/><Relationship Id="rIdClick1" Type="http://schemas.openxmlformats.org/officeDocument/2006/relationships/hyperlink" Target="https://www.patreon.com/giums" TargetMode="External"/></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a2634c0537c94c72" /><Relationship Type="http://schemas.openxmlformats.org/officeDocument/2006/relationships/notesSlide" Target="/ppt/notesSlides/notesSlide4.xml" Id="Re0e9b90987704304" /></Relationships>
</file>

<file path=ppt/slides/_rels/slide5.xml.rels><?xml version='1.0' encoding='UTF-8' standalone='yes'?>
<Relationships xmlns="http://schemas.openxmlformats.org/package/2006/relationships"><Relationship Type="http://schemas.openxmlformats.org/officeDocument/2006/relationships/slideLayout" Target="/ppt/slideLayouts/slideLayout6.xml" Id="R0f755c89a7e1414e"/><Relationship Type="http://schemas.openxmlformats.org/officeDocument/2006/relationships/image" Target="/ppt/media/image6.png" Id="R01ed0b27796a43b0"/><Relationship Type="http://schemas.openxmlformats.org/officeDocument/2006/relationships/image" Target="/ppt/media/image7.png" Id="R6e47b06eec124546"/><Relationship Type="http://schemas.openxmlformats.org/officeDocument/2006/relationships/notesSlide" Target="/ppt/notesSlides/notesSlide5.xml" Id="Refdb73f230a54cbf"/><Relationship Id="rIdClick1" Type="http://schemas.openxmlformats.org/officeDocument/2006/relationships/hyperlink" Target="https://youtu.be/1wZL_RG2Ma4" TargetMode="External"/><Relationship Id="rIdClick2" Type="http://schemas.openxmlformats.org/officeDocument/2006/relationships/hyperlink" Target="https://www.instagram.com/reels/CQjiu2mBFcf/" TargetMode="External"/></Relationships>
</file>

<file path=ppt/slides/_rels/slide6.xml.rels><?xml version='1.0' encoding='UTF-8' standalone='yes'?>
<Relationships xmlns="http://schemas.openxmlformats.org/package/2006/relationships"><Relationship Type="http://schemas.openxmlformats.org/officeDocument/2006/relationships/slideLayout" Target="/ppt/slideLayouts/slideLayout6.xml" Id="R176e9e2a5a804c0f"/><Relationship Type="http://schemas.openxmlformats.org/officeDocument/2006/relationships/notesSlide" Target="/ppt/notesSlides/notesSlide6.xml" Id="Rbfc3362480b54ce1"/><Relationship Id="rIdClick1" Type="http://schemas.openxmlformats.org/officeDocument/2006/relationships/hyperlink" Target="mailto:giumsart@gmail.com" TargetMode="External"/></Relationships>
</file>

<file path=ppt/slides/slide1.xml><?xml version="1.0" encoding="utf-8"?>
<p:sld xmlns:p="http://schemas.openxmlformats.org/presentationml/2006/main">
  <p:cSld>
    <p:bg>
      <p:bgPr>
        <a:solidFill xmlns:a="http://schemas.openxmlformats.org/drawingml/2006/main">
          <a:srgbClr val="08060A"/>
        </a:solidFill>
      </p:bgPr>
    </p:bg>
    <p:spTree>
      <p:nvGrpSpPr>
        <p:cNvPr id="1" name=""/>
        <p:cNvGrpSpPr/>
        <p:nvPr/>
      </p:nvGrpSpPr>
      <p:grpSpPr>
        <a:xfrm xmlns:a="http://schemas.openxmlformats.org/drawingml/2006/main"/>
      </p:grpSpPr>
      <p:sp>
        <p:nvSpPr>
          <p:cNvPr id="10" name="box-1">
            <a:extLst xmlns:a="http://schemas.openxmlformats.org/drawingml/2006/main">
              <a:ext uri="{FF2B5EF4-FFF2-40B4-BE49-F238E27FC236}">
                <a16:creationId xmlns:a16="http://schemas.microsoft.com/office/drawing/2014/main" id="{083B2832-3D92-4C02-8B50-2C70C0C11F70}"/>
              </a:ext>
            </a:extLst>
          </p:cNvPr>
          <p:cNvSpPr>
            <a:spLocks xmlns:a="http://schemas.openxmlformats.org/drawingml/2006/main" noGrp="1"/>
          </p:cNvSpPr>
          <p:nvPr/>
        </p:nvSpPr>
        <p:spPr>
          <a:xfrm xmlns:a="http://schemas.openxmlformats.org/drawingml/2006/main">
            <a:off x="0" y="0"/>
            <a:ext cx="12192000" cy="6858000"/>
          </a:xfrm>
          <a:prstGeom xmlns:a="http://schemas.openxmlformats.org/drawingml/2006/main" prst="rect">
            <a:avLst/>
          </a:prstGeom>
          <a:solidFill xmlns:a="http://schemas.openxmlformats.org/drawingml/2006/main">
            <a:srgbClr val="08060A"/>
          </a:solidFill>
          <a:ln xmlns:a="http://schemas.openxmlformats.org/drawingml/2006/main" w="0">
            <a:noFill/>
          </a:ln>
        </p:spPr>
      </p:sp>
      <p:sp>
        <p:nvSpPr>
          <p:cNvPr id="2" name="box-2">
            <a:extLst xmlns:a="http://schemas.openxmlformats.org/drawingml/2006/main">
              <a:ext uri="{FF2B5EF4-FFF2-40B4-BE49-F238E27FC236}">
                <a16:creationId xmlns:a16="http://schemas.microsoft.com/office/drawing/2014/main" id="{6042E152-CFB2-45F1-B6E3-294345012D42}"/>
              </a:ext>
            </a:extLst>
          </p:cNvPr>
          <p:cNvSpPr>
            <a:spLocks xmlns:a="http://schemas.openxmlformats.org/drawingml/2006/main" noGrp="1"/>
          </p:cNvSpPr>
          <p:nvPr/>
        </p:nvSpPr>
        <p:spPr>
          <a:xfrm xmlns:a="http://schemas.openxmlformats.org/drawingml/2006/main">
            <a:off x="0" y="5810250"/>
            <a:ext cx="12192000" cy="1047750"/>
          </a:xfrm>
          <a:prstGeom xmlns:a="http://schemas.openxmlformats.org/drawingml/2006/main" prst="rect">
            <a:avLst/>
          </a:prstGeom>
          <a:solidFill xmlns:a="http://schemas.openxmlformats.org/drawingml/2006/main">
            <a:srgbClr val="26070F"/>
          </a:solidFill>
          <a:ln xmlns:a="http://schemas.openxmlformats.org/drawingml/2006/main" w="0">
            <a:noFill/>
          </a:ln>
        </p:spPr>
      </p:sp>
      <p:sp>
        <p:nvSpPr>
          <p:cNvPr id="3" name="text-3">
            <a:extLst xmlns:a="http://schemas.openxmlformats.org/drawingml/2006/main">
              <a:ext uri="{FF2B5EF4-FFF2-40B4-BE49-F238E27FC236}">
                <a16:creationId xmlns:a16="http://schemas.microsoft.com/office/drawing/2014/main" id="{818417AD-677C-421A-BEB8-3BA521B7AAA7}"/>
              </a:ext>
            </a:extLst>
          </p:cNvPr>
          <p:cNvSpPr>
            <a:spLocks xmlns:a="http://schemas.openxmlformats.org/drawingml/2006/main" noGrp="1"/>
          </p:cNvSpPr>
          <p:nvPr/>
        </p:nvSpPr>
        <p:spPr>
          <a:xfrm xmlns:a="http://schemas.openxmlformats.org/drawingml/2006/main">
            <a:off x="590550" y="466725"/>
            <a:ext cx="17145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1">
                <a:solidFill>
                  <a:srgbClr val="FFF5E7"/>
                </a:solidFill>
                <a:latin typeface="Georgia"/>
                <a:ea typeface="Georgia"/>
                <a:cs typeface="Georgia"/>
              </a:defRPr>
            </a:defPPr>
            <a:lvl1pPr>
              <a:defRPr sz="1650" b="1">
                <a:solidFill>
                  <a:srgbClr val="FFF5E7"/>
                </a:solidFill>
                <a:latin typeface="Georgia"/>
                <a:ea typeface="Georgia"/>
                <a:cs typeface="Georgia"/>
              </a:defRPr>
            </a:lvl1pPr>
            <a:lvl2pPr>
              <a:defRPr sz="1650" b="1">
                <a:solidFill>
                  <a:srgbClr val="FFF5E7"/>
                </a:solidFill>
                <a:latin typeface="Georgia"/>
                <a:ea typeface="Georgia"/>
                <a:cs typeface="Georgia"/>
              </a:defRPr>
            </a:lvl2pPr>
            <a:lvl3pPr>
              <a:defRPr sz="1650" b="1">
                <a:solidFill>
                  <a:srgbClr val="FFF5E7"/>
                </a:solidFill>
                <a:latin typeface="Georgia"/>
                <a:ea typeface="Georgia"/>
                <a:cs typeface="Georgia"/>
              </a:defRPr>
            </a:lvl3pPr>
            <a:lvl4pPr>
              <a:defRPr sz="1650" b="1">
                <a:solidFill>
                  <a:srgbClr val="FFF5E7"/>
                </a:solidFill>
                <a:latin typeface="Georgia"/>
                <a:ea typeface="Georgia"/>
                <a:cs typeface="Georgia"/>
              </a:defRPr>
            </a:lvl4pPr>
            <a:lvl5pPr>
              <a:defRPr sz="1650" b="1">
                <a:solidFill>
                  <a:srgbClr val="FFF5E7"/>
                </a:solidFill>
                <a:latin typeface="Georgia"/>
                <a:ea typeface="Georgia"/>
                <a:cs typeface="Georgia"/>
              </a:defRPr>
            </a:lvl5pPr>
            <a:lvl6pPr>
              <a:defRPr sz="1650" b="1">
                <a:solidFill>
                  <a:srgbClr val="FFF5E7"/>
                </a:solidFill>
                <a:latin typeface="Georgia"/>
                <a:ea typeface="Georgia"/>
                <a:cs typeface="Georgia"/>
              </a:defRPr>
            </a:lvl6pPr>
            <a:lvl7pPr>
              <a:defRPr sz="1650" b="1">
                <a:solidFill>
                  <a:srgbClr val="FFF5E7"/>
                </a:solidFill>
                <a:latin typeface="Georgia"/>
                <a:ea typeface="Georgia"/>
                <a:cs typeface="Georgia"/>
              </a:defRPr>
            </a:lvl7pPr>
            <a:lvl8pPr>
              <a:defRPr sz="1650" b="1">
                <a:solidFill>
                  <a:srgbClr val="FFF5E7"/>
                </a:solidFill>
                <a:latin typeface="Georgia"/>
                <a:ea typeface="Georgia"/>
                <a:cs typeface="Georgia"/>
              </a:defRPr>
            </a:lvl8pPr>
            <a:lvl9pPr>
              <a:defRPr sz="1650" b="1">
                <a:solidFill>
                  <a:srgbClr val="FFF5E7"/>
                </a:solidFill>
                <a:latin typeface="Georgia"/>
                <a:ea typeface="Georgia"/>
                <a:cs typeface="Georgia"/>
              </a:defRPr>
            </a:lvl9pPr>
          </a:lstStyle>
          <a:p xmlns:a="http://schemas.openxmlformats.org/drawingml/2006/main">
            <a:pPr>
              <a:defRPr sz="1650" b="1">
                <a:solidFill>
                  <a:srgbClr val="FFF5E7"/>
                </a:solidFill>
                <a:latin typeface="Georgia"/>
                <a:ea typeface="Georgia"/>
                <a:cs typeface="Georgia"/>
              </a:defRPr>
            </a:pPr>
            <a:r>
              <a:rPr sz="1650" b="1">
                <a:solidFill>
                  <a:srgbClr val="FFF5E7"/>
                </a:solidFill>
                <a:latin typeface="Georgia"/>
                <a:ea typeface="Georgia"/>
                <a:cs typeface="Georgia"/>
              </a:rPr>
              <a:t>GIUMS</a:t>
            </a:r>
          </a:p>
        </p:txBody>
      </p:sp>
      <p:sp>
        <p:nvSpPr>
          <p:cNvPr id="4" name="text-4">
            <a:extLst xmlns:a="http://schemas.openxmlformats.org/drawingml/2006/main">
              <a:ext uri="{FF2B5EF4-FFF2-40B4-BE49-F238E27FC236}">
                <a16:creationId xmlns:a16="http://schemas.microsoft.com/office/drawing/2014/main" id="{D6E93C66-B9A7-4550-A9DD-3CB712F13448}"/>
              </a:ext>
            </a:extLst>
          </p:cNvPr>
          <p:cNvSpPr>
            <a:spLocks xmlns:a="http://schemas.openxmlformats.org/drawingml/2006/main" noGrp="1"/>
          </p:cNvSpPr>
          <p:nvPr/>
        </p:nvSpPr>
        <p:spPr>
          <a:xfrm xmlns:a="http://schemas.openxmlformats.org/drawingml/2006/main">
            <a:off x="590550" y="1838325"/>
            <a:ext cx="552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FF781C"/>
                </a:solidFill>
                <a:latin typeface="Arial"/>
                <a:ea typeface="Arial"/>
                <a:cs typeface="Arial"/>
              </a:defRPr>
            </a:defPPr>
            <a:lvl1pPr>
              <a:defRPr sz="975" b="1">
                <a:solidFill>
                  <a:srgbClr val="FF781C"/>
                </a:solidFill>
                <a:latin typeface="Arial"/>
                <a:ea typeface="Arial"/>
                <a:cs typeface="Arial"/>
              </a:defRPr>
            </a:lvl1pPr>
            <a:lvl2pPr>
              <a:defRPr sz="975" b="1">
                <a:solidFill>
                  <a:srgbClr val="FF781C"/>
                </a:solidFill>
                <a:latin typeface="Arial"/>
                <a:ea typeface="Arial"/>
                <a:cs typeface="Arial"/>
              </a:defRPr>
            </a:lvl2pPr>
            <a:lvl3pPr>
              <a:defRPr sz="975" b="1">
                <a:solidFill>
                  <a:srgbClr val="FF781C"/>
                </a:solidFill>
                <a:latin typeface="Arial"/>
                <a:ea typeface="Arial"/>
                <a:cs typeface="Arial"/>
              </a:defRPr>
            </a:lvl3pPr>
            <a:lvl4pPr>
              <a:defRPr sz="975" b="1">
                <a:solidFill>
                  <a:srgbClr val="FF781C"/>
                </a:solidFill>
                <a:latin typeface="Arial"/>
                <a:ea typeface="Arial"/>
                <a:cs typeface="Arial"/>
              </a:defRPr>
            </a:lvl4pPr>
            <a:lvl5pPr>
              <a:defRPr sz="975" b="1">
                <a:solidFill>
                  <a:srgbClr val="FF781C"/>
                </a:solidFill>
                <a:latin typeface="Arial"/>
                <a:ea typeface="Arial"/>
                <a:cs typeface="Arial"/>
              </a:defRPr>
            </a:lvl5pPr>
            <a:lvl6pPr>
              <a:defRPr sz="975" b="1">
                <a:solidFill>
                  <a:srgbClr val="FF781C"/>
                </a:solidFill>
                <a:latin typeface="Arial"/>
                <a:ea typeface="Arial"/>
                <a:cs typeface="Arial"/>
              </a:defRPr>
            </a:lvl6pPr>
            <a:lvl7pPr>
              <a:defRPr sz="975" b="1">
                <a:solidFill>
                  <a:srgbClr val="FF781C"/>
                </a:solidFill>
                <a:latin typeface="Arial"/>
                <a:ea typeface="Arial"/>
                <a:cs typeface="Arial"/>
              </a:defRPr>
            </a:lvl7pPr>
            <a:lvl8pPr>
              <a:defRPr sz="975" b="1">
                <a:solidFill>
                  <a:srgbClr val="FF781C"/>
                </a:solidFill>
                <a:latin typeface="Arial"/>
                <a:ea typeface="Arial"/>
                <a:cs typeface="Arial"/>
              </a:defRPr>
            </a:lvl8pPr>
            <a:lvl9pPr>
              <a:defRPr sz="975" b="1">
                <a:solidFill>
                  <a:srgbClr val="FF781C"/>
                </a:solidFill>
                <a:latin typeface="Arial"/>
                <a:ea typeface="Arial"/>
                <a:cs typeface="Arial"/>
              </a:defRPr>
            </a:lvl9pPr>
          </a:lstStyle>
          <a:p xmlns:a="http://schemas.openxmlformats.org/drawingml/2006/main">
            <a:pPr>
              <a:defRPr sz="975" b="1">
                <a:solidFill>
                  <a:srgbClr val="FF781C"/>
                </a:solidFill>
                <a:latin typeface="Arial"/>
                <a:ea typeface="Arial"/>
                <a:cs typeface="Arial"/>
              </a:defRPr>
            </a:pPr>
            <a:r>
              <a:rPr sz="975" b="1">
                <a:solidFill>
                  <a:srgbClr val="FF781C"/>
                </a:solidFill>
                <a:latin typeface="Arial"/>
                <a:ea typeface="Arial"/>
                <a:cs typeface="Arial"/>
              </a:rPr>
              <a:t>MEDIA KIT · MARCAS E PARCERIAS</a:t>
            </a:r>
          </a:p>
        </p:txBody>
      </p:sp>
      <p:sp>
        <p:nvSpPr>
          <p:cNvPr id="5" name="text-5">
            <a:extLst xmlns:a="http://schemas.openxmlformats.org/drawingml/2006/main">
              <a:ext uri="{FF2B5EF4-FFF2-40B4-BE49-F238E27FC236}">
                <a16:creationId xmlns:a16="http://schemas.microsoft.com/office/drawing/2014/main" id="{EB1F0FD1-D63E-4BA6-BF11-D629C618B192}"/>
              </a:ext>
            </a:extLst>
          </p:cNvPr>
          <p:cNvSpPr>
            <a:spLocks xmlns:a="http://schemas.openxmlformats.org/drawingml/2006/main" noGrp="1"/>
          </p:cNvSpPr>
          <p:nvPr/>
        </p:nvSpPr>
        <p:spPr>
          <a:xfrm xmlns:a="http://schemas.openxmlformats.org/drawingml/2006/main">
            <a:off x="495300" y="2257425"/>
            <a:ext cx="6257925"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8400" b="0">
                <a:solidFill>
                  <a:srgbClr val="FFC23D"/>
                </a:solidFill>
                <a:latin typeface="Georgia"/>
                <a:ea typeface="Georgia"/>
                <a:cs typeface="Georgia"/>
              </a:defRPr>
            </a:defPPr>
            <a:lvl1pPr>
              <a:defRPr sz="8400" b="0">
                <a:solidFill>
                  <a:srgbClr val="FFC23D"/>
                </a:solidFill>
                <a:latin typeface="Georgia"/>
                <a:ea typeface="Georgia"/>
                <a:cs typeface="Georgia"/>
              </a:defRPr>
            </a:lvl1pPr>
            <a:lvl2pPr>
              <a:defRPr sz="8400" b="0">
                <a:solidFill>
                  <a:srgbClr val="FFC23D"/>
                </a:solidFill>
                <a:latin typeface="Georgia"/>
                <a:ea typeface="Georgia"/>
                <a:cs typeface="Georgia"/>
              </a:defRPr>
            </a:lvl2pPr>
            <a:lvl3pPr>
              <a:defRPr sz="8400" b="0">
                <a:solidFill>
                  <a:srgbClr val="FFC23D"/>
                </a:solidFill>
                <a:latin typeface="Georgia"/>
                <a:ea typeface="Georgia"/>
                <a:cs typeface="Georgia"/>
              </a:defRPr>
            </a:lvl3pPr>
            <a:lvl4pPr>
              <a:defRPr sz="8400" b="0">
                <a:solidFill>
                  <a:srgbClr val="FFC23D"/>
                </a:solidFill>
                <a:latin typeface="Georgia"/>
                <a:ea typeface="Georgia"/>
                <a:cs typeface="Georgia"/>
              </a:defRPr>
            </a:lvl4pPr>
            <a:lvl5pPr>
              <a:defRPr sz="8400" b="0">
                <a:solidFill>
                  <a:srgbClr val="FFC23D"/>
                </a:solidFill>
                <a:latin typeface="Georgia"/>
                <a:ea typeface="Georgia"/>
                <a:cs typeface="Georgia"/>
              </a:defRPr>
            </a:lvl5pPr>
            <a:lvl6pPr>
              <a:defRPr sz="8400" b="0">
                <a:solidFill>
                  <a:srgbClr val="FFC23D"/>
                </a:solidFill>
                <a:latin typeface="Georgia"/>
                <a:ea typeface="Georgia"/>
                <a:cs typeface="Georgia"/>
              </a:defRPr>
            </a:lvl6pPr>
            <a:lvl7pPr>
              <a:defRPr sz="8400" b="0">
                <a:solidFill>
                  <a:srgbClr val="FFC23D"/>
                </a:solidFill>
                <a:latin typeface="Georgia"/>
                <a:ea typeface="Georgia"/>
                <a:cs typeface="Georgia"/>
              </a:defRPr>
            </a:lvl7pPr>
            <a:lvl8pPr>
              <a:defRPr sz="8400" b="0">
                <a:solidFill>
                  <a:srgbClr val="FFC23D"/>
                </a:solidFill>
                <a:latin typeface="Georgia"/>
                <a:ea typeface="Georgia"/>
                <a:cs typeface="Georgia"/>
              </a:defRPr>
            </a:lvl8pPr>
            <a:lvl9pPr>
              <a:defRPr sz="8400" b="0">
                <a:solidFill>
                  <a:srgbClr val="FFC23D"/>
                </a:solidFill>
                <a:latin typeface="Georgia"/>
                <a:ea typeface="Georgia"/>
                <a:cs typeface="Georgia"/>
              </a:defRPr>
            </a:lvl9pPr>
          </a:lstStyle>
          <a:p xmlns:a="http://schemas.openxmlformats.org/drawingml/2006/main">
            <a:pPr>
              <a:defRPr sz="8400" b="0">
                <a:solidFill>
                  <a:srgbClr val="FFC23D"/>
                </a:solidFill>
                <a:latin typeface="Georgia"/>
                <a:ea typeface="Georgia"/>
                <a:cs typeface="Georgia"/>
              </a:defRPr>
            </a:pPr>
            <a:r>
              <a:rPr sz="8400" b="0">
                <a:solidFill>
                  <a:srgbClr val="FFC23D"/>
                </a:solidFill>
                <a:latin typeface="Georgia"/>
                <a:ea typeface="Georgia"/>
                <a:cs typeface="Georgia"/>
              </a:rPr>
              <a:t>GIUMS</a:t>
            </a:r>
          </a:p>
        </p:txBody>
      </p:sp>
      <p:sp>
        <p:nvSpPr>
          <p:cNvPr id="6" name="text-6">
            <a:extLst xmlns:a="http://schemas.openxmlformats.org/drawingml/2006/main">
              <a:ext uri="{FF2B5EF4-FFF2-40B4-BE49-F238E27FC236}">
                <a16:creationId xmlns:a16="http://schemas.microsoft.com/office/drawing/2014/main" id="{AC3FB9E0-DD76-4375-AE49-3EC5CB0E5EE7}"/>
              </a:ext>
            </a:extLst>
          </p:cNvPr>
          <p:cNvSpPr>
            <a:spLocks xmlns:a="http://schemas.openxmlformats.org/drawingml/2006/main" noGrp="1"/>
          </p:cNvSpPr>
          <p:nvPr/>
        </p:nvSpPr>
        <p:spPr>
          <a:xfrm xmlns:a="http://schemas.openxmlformats.org/drawingml/2006/main">
            <a:off x="590550" y="3524250"/>
            <a:ext cx="6286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0">
                <a:solidFill>
                  <a:srgbClr val="FFF5E7"/>
                </a:solidFill>
                <a:latin typeface="Georgia"/>
                <a:ea typeface="Georgia"/>
                <a:cs typeface="Georgia"/>
              </a:defRPr>
            </a:defPPr>
            <a:lvl1pPr>
              <a:defRPr sz="2925" b="0">
                <a:solidFill>
                  <a:srgbClr val="FFF5E7"/>
                </a:solidFill>
                <a:latin typeface="Georgia"/>
                <a:ea typeface="Georgia"/>
                <a:cs typeface="Georgia"/>
              </a:defRPr>
            </a:lvl1pPr>
            <a:lvl2pPr>
              <a:defRPr sz="2925" b="0">
                <a:solidFill>
                  <a:srgbClr val="FFF5E7"/>
                </a:solidFill>
                <a:latin typeface="Georgia"/>
                <a:ea typeface="Georgia"/>
                <a:cs typeface="Georgia"/>
              </a:defRPr>
            </a:lvl2pPr>
            <a:lvl3pPr>
              <a:defRPr sz="2925" b="0">
                <a:solidFill>
                  <a:srgbClr val="FFF5E7"/>
                </a:solidFill>
                <a:latin typeface="Georgia"/>
                <a:ea typeface="Georgia"/>
                <a:cs typeface="Georgia"/>
              </a:defRPr>
            </a:lvl3pPr>
            <a:lvl4pPr>
              <a:defRPr sz="2925" b="0">
                <a:solidFill>
                  <a:srgbClr val="FFF5E7"/>
                </a:solidFill>
                <a:latin typeface="Georgia"/>
                <a:ea typeface="Georgia"/>
                <a:cs typeface="Georgia"/>
              </a:defRPr>
            </a:lvl4pPr>
            <a:lvl5pPr>
              <a:defRPr sz="2925" b="0">
                <a:solidFill>
                  <a:srgbClr val="FFF5E7"/>
                </a:solidFill>
                <a:latin typeface="Georgia"/>
                <a:ea typeface="Georgia"/>
                <a:cs typeface="Georgia"/>
              </a:defRPr>
            </a:lvl5pPr>
            <a:lvl6pPr>
              <a:defRPr sz="2925" b="0">
                <a:solidFill>
                  <a:srgbClr val="FFF5E7"/>
                </a:solidFill>
                <a:latin typeface="Georgia"/>
                <a:ea typeface="Georgia"/>
                <a:cs typeface="Georgia"/>
              </a:defRPr>
            </a:lvl6pPr>
            <a:lvl7pPr>
              <a:defRPr sz="2925" b="0">
                <a:solidFill>
                  <a:srgbClr val="FFF5E7"/>
                </a:solidFill>
                <a:latin typeface="Georgia"/>
                <a:ea typeface="Georgia"/>
                <a:cs typeface="Georgia"/>
              </a:defRPr>
            </a:lvl7pPr>
            <a:lvl8pPr>
              <a:defRPr sz="2925" b="0">
                <a:solidFill>
                  <a:srgbClr val="FFF5E7"/>
                </a:solidFill>
                <a:latin typeface="Georgia"/>
                <a:ea typeface="Georgia"/>
                <a:cs typeface="Georgia"/>
              </a:defRPr>
            </a:lvl8pPr>
            <a:lvl9pPr>
              <a:defRPr sz="2925" b="0">
                <a:solidFill>
                  <a:srgbClr val="FFF5E7"/>
                </a:solidFill>
                <a:latin typeface="Georgia"/>
                <a:ea typeface="Georgia"/>
                <a:cs typeface="Georgia"/>
              </a:defRPr>
            </a:lvl9pPr>
          </a:lstStyle>
          <a:p xmlns:a="http://schemas.openxmlformats.org/drawingml/2006/main">
            <a:pPr>
              <a:defRPr sz="2925" b="0">
                <a:solidFill>
                  <a:srgbClr val="FFF5E7"/>
                </a:solidFill>
                <a:latin typeface="Georgia"/>
                <a:ea typeface="Georgia"/>
                <a:cs typeface="Georgia"/>
              </a:defRPr>
            </a:pPr>
            <a:r>
              <a:rPr sz="2925" b="0">
                <a:solidFill>
                  <a:srgbClr val="FFF5E7"/>
                </a:solidFill>
                <a:latin typeface="Georgia"/>
                <a:ea typeface="Georgia"/>
                <a:cs typeface="Georgia"/>
              </a:rPr>
              <a:t>Artista de Personagens &amp; Criaturas</a:t>
            </a:r>
          </a:p>
        </p:txBody>
      </p:sp>
      <p:sp>
        <p:nvSpPr>
          <p:cNvPr id="7" name="text-7">
            <a:extLst xmlns:a="http://schemas.openxmlformats.org/drawingml/2006/main">
              <a:ext uri="{FF2B5EF4-FFF2-40B4-BE49-F238E27FC236}">
                <a16:creationId xmlns:a16="http://schemas.microsoft.com/office/drawing/2014/main" id="{F50EF20D-8408-4020-B240-03F32C114F8E}"/>
              </a:ext>
            </a:extLst>
          </p:cNvPr>
          <p:cNvSpPr>
            <a:spLocks xmlns:a="http://schemas.openxmlformats.org/drawingml/2006/main" noGrp="1"/>
          </p:cNvSpPr>
          <p:nvPr/>
        </p:nvSpPr>
        <p:spPr>
          <a:xfrm xmlns:a="http://schemas.openxmlformats.org/drawingml/2006/main">
            <a:off x="600075" y="4324350"/>
            <a:ext cx="552450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800" b="0">
                <a:solidFill>
                  <a:srgbClr val="E8DFD7"/>
                </a:solidFill>
                <a:latin typeface="Arial"/>
                <a:ea typeface="Arial"/>
                <a:cs typeface="Arial"/>
              </a:defRPr>
            </a:defPPr>
            <a:lvl1pPr>
              <a:defRPr sz="1800" b="0">
                <a:solidFill>
                  <a:srgbClr val="E8DFD7"/>
                </a:solidFill>
                <a:latin typeface="Arial"/>
                <a:ea typeface="Arial"/>
                <a:cs typeface="Arial"/>
              </a:defRPr>
            </a:lvl1pPr>
            <a:lvl2pPr>
              <a:defRPr sz="1800" b="0">
                <a:solidFill>
                  <a:srgbClr val="E8DFD7"/>
                </a:solidFill>
                <a:latin typeface="Arial"/>
                <a:ea typeface="Arial"/>
                <a:cs typeface="Arial"/>
              </a:defRPr>
            </a:lvl2pPr>
            <a:lvl3pPr>
              <a:defRPr sz="1800" b="0">
                <a:solidFill>
                  <a:srgbClr val="E8DFD7"/>
                </a:solidFill>
                <a:latin typeface="Arial"/>
                <a:ea typeface="Arial"/>
                <a:cs typeface="Arial"/>
              </a:defRPr>
            </a:lvl3pPr>
            <a:lvl4pPr>
              <a:defRPr sz="1800" b="0">
                <a:solidFill>
                  <a:srgbClr val="E8DFD7"/>
                </a:solidFill>
                <a:latin typeface="Arial"/>
                <a:ea typeface="Arial"/>
                <a:cs typeface="Arial"/>
              </a:defRPr>
            </a:lvl4pPr>
            <a:lvl5pPr>
              <a:defRPr sz="1800" b="0">
                <a:solidFill>
                  <a:srgbClr val="E8DFD7"/>
                </a:solidFill>
                <a:latin typeface="Arial"/>
                <a:ea typeface="Arial"/>
                <a:cs typeface="Arial"/>
              </a:defRPr>
            </a:lvl5pPr>
            <a:lvl6pPr>
              <a:defRPr sz="1800" b="0">
                <a:solidFill>
                  <a:srgbClr val="E8DFD7"/>
                </a:solidFill>
                <a:latin typeface="Arial"/>
                <a:ea typeface="Arial"/>
                <a:cs typeface="Arial"/>
              </a:defRPr>
            </a:lvl6pPr>
            <a:lvl7pPr>
              <a:defRPr sz="1800" b="0">
                <a:solidFill>
                  <a:srgbClr val="E8DFD7"/>
                </a:solidFill>
                <a:latin typeface="Arial"/>
                <a:ea typeface="Arial"/>
                <a:cs typeface="Arial"/>
              </a:defRPr>
            </a:lvl7pPr>
            <a:lvl8pPr>
              <a:defRPr sz="1800" b="0">
                <a:solidFill>
                  <a:srgbClr val="E8DFD7"/>
                </a:solidFill>
                <a:latin typeface="Arial"/>
                <a:ea typeface="Arial"/>
                <a:cs typeface="Arial"/>
              </a:defRPr>
            </a:lvl8pPr>
            <a:lvl9pPr>
              <a:defRPr sz="1800" b="0">
                <a:solidFill>
                  <a:srgbClr val="E8DFD7"/>
                </a:solidFill>
                <a:latin typeface="Arial"/>
                <a:ea typeface="Arial"/>
                <a:cs typeface="Arial"/>
              </a:defRPr>
            </a:lvl9pPr>
          </a:lstStyle>
          <a:p xmlns:a="http://schemas.openxmlformats.org/drawingml/2006/main">
            <a:pPr>
              <a:defRPr sz="1800" b="0">
                <a:solidFill>
                  <a:srgbClr val="E8DFD7"/>
                </a:solidFill>
                <a:latin typeface="Arial"/>
                <a:ea typeface="Arial"/>
                <a:cs typeface="Arial"/>
              </a:defRPr>
            </a:pPr>
            <a:r>
              <a:rPr sz="1800" b="0">
                <a:solidFill>
                  <a:srgbClr val="E8DFD7"/>
                </a:solidFill>
                <a:latin typeface="Arial"/>
                <a:ea typeface="Arial"/>
                <a:cs typeface="Arial"/>
              </a:rPr>
              <a:t>Arte de personagens e criaturas de fantasia sombria, e YATHRA, o universo draconiano original dela.</a:t>
            </a:r>
          </a:p>
        </p:txBody>
      </p:sp>
      <p:pic>
        <p:nvPicPr>
          <p:cNvPr id="8" name="">
            <a:extLst xmlns:a="http://schemas.openxmlformats.org/drawingml/2006/main">
              <a:ext uri="{FF2B5EF4-FFF2-40B4-BE49-F238E27FC236}">
                <a16:creationId xmlns:a16="http://schemas.microsoft.com/office/drawing/2014/main" id="{78F07434-69FC-4AC8-ACF2-1770339CB9F9}"/>
              </a:ext>
            </a:extLst>
          </p:cNvPr>
          <p:cNvPicPr>
            <a:picLocks xmlns:a="http://schemas.openxmlformats.org/drawingml/2006/main" noChangeAspect="1"/>
          </p:cNvPicPr>
          <p:nvPr/>
        </p:nvPicPr>
        <p:blipFill>
          <a:blip xmlns:r="http://schemas.openxmlformats.org/officeDocument/2006/relationships" xmlns:a="http://schemas.openxmlformats.org/drawingml/2006/main" r:embed="R5c9975e73b6c4414"/>
          <a:stretch xmlns:a="http://schemas.openxmlformats.org/drawingml/2006/main"/>
        </p:blipFill>
        <p:spPr>
          <a:xfrm xmlns:a="http://schemas.openxmlformats.org/drawingml/2006/main">
            <a:off x="7331638" y="466725"/>
            <a:ext cx="3910474" cy="5562600"/>
          </a:xfrm>
          <a:prstGeom xmlns:a="http://schemas.openxmlformats.org/drawingml/2006/main" prst="rect">
            <a:avLst/>
          </a:prstGeom>
        </p:spPr>
      </p:pic>
      <p:sp>
        <p:nvSpPr>
          <p:cNvPr id="9" name="rule-8">
            <a:extLst xmlns:a="http://schemas.openxmlformats.org/drawingml/2006/main">
              <a:ext uri="{FF2B5EF4-FFF2-40B4-BE49-F238E27FC236}">
                <a16:creationId xmlns:a16="http://schemas.microsoft.com/office/drawing/2014/main" id="{7BA358B5-46BE-40D4-B0AD-377C2B3CEDDF}"/>
              </a:ext>
            </a:extLst>
          </p:cNvPr>
          <p:cNvSpPr>
            <a:spLocks xmlns:a="http://schemas.openxmlformats.org/drawingml/2006/main" noGrp="1"/>
          </p:cNvSpPr>
          <p:nvPr/>
        </p:nvSpPr>
        <p:spPr>
          <a:xfrm xmlns:a="http://schemas.openxmlformats.org/drawingml/2006/main">
            <a:off x="0" y="6791325"/>
            <a:ext cx="12192000" cy="66675"/>
          </a:xfrm>
          <a:prstGeom xmlns:a="http://schemas.openxmlformats.org/drawingml/2006/main" prst="rect">
            <a:avLst/>
          </a:prstGeom>
          <a:solidFill xmlns:a="http://schemas.openxmlformats.org/drawingml/2006/main">
            <a:srgbClr val="C2142F"/>
          </a:solidFill>
          <a:ln xmlns:a="http://schemas.openxmlformats.org/drawingml/2006/main" w="0">
            <a:noFill/>
          </a:ln>
        </p:spPr>
      </p:sp>
    </p:spTree>
    <p:extLst>
      <p:ext uri="{BB962C8B-B14F-4D97-AF65-F5344CB8AC3E}">
        <p14:creationId xmlns:p14="http://schemas.microsoft.com/office/powerpoint/2010/main" val="1680714680"/>
      </p:ext>
    </p:extLst>
  </p:cSld>
</p:sld>
</file>

<file path=ppt/slides/slide2.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4" name="text-9">
            <a:extLst xmlns:a="http://schemas.openxmlformats.org/drawingml/2006/main">
              <a:ext uri="{FF2B5EF4-FFF2-40B4-BE49-F238E27FC236}">
                <a16:creationId xmlns:a16="http://schemas.microsoft.com/office/drawing/2014/main" id="{AFF95871-2499-4F32-B462-8C974D65A51D}"/>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10">
            <a:extLst xmlns:a="http://schemas.openxmlformats.org/drawingml/2006/main">
              <a:ext uri="{FF2B5EF4-FFF2-40B4-BE49-F238E27FC236}">
                <a16:creationId xmlns:a16="http://schemas.microsoft.com/office/drawing/2014/main" id="{40470F55-7B3E-415B-8F1C-FBAB3B1504C9}"/>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11">
            <a:extLst xmlns:a="http://schemas.openxmlformats.org/drawingml/2006/main">
              <a:ext uri="{FF2B5EF4-FFF2-40B4-BE49-F238E27FC236}">
                <a16:creationId xmlns:a16="http://schemas.microsoft.com/office/drawing/2014/main" id="{F3F56B9D-59EB-4DB3-A752-4251B8445809}"/>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12">
            <a:extLst xmlns:a="http://schemas.openxmlformats.org/drawingml/2006/main">
              <a:ext uri="{FF2B5EF4-FFF2-40B4-BE49-F238E27FC236}">
                <a16:creationId xmlns:a16="http://schemas.microsoft.com/office/drawing/2014/main" id="{51EE0542-A20C-437D-9ABB-01ED871B1CF5}"/>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Quem é</a:t>
            </a:r>
          </a:p>
        </p:txBody>
      </p:sp>
      <p:sp>
        <p:nvSpPr>
          <p:cNvPr id="5" name="text-13">
            <a:extLst xmlns:a="http://schemas.openxmlformats.org/drawingml/2006/main">
              <a:ext uri="{FF2B5EF4-FFF2-40B4-BE49-F238E27FC236}">
                <a16:creationId xmlns:a16="http://schemas.microsoft.com/office/drawing/2014/main" id="{BDACDE1B-658A-4843-B4EF-C30A794FC3C7}"/>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2 / 6</a:t>
            </a:r>
          </a:p>
        </p:txBody>
      </p:sp>
      <p:pic>
        <p:nvPicPr>
          <p:cNvPr id="6" name="">
            <a:extLst xmlns:a="http://schemas.openxmlformats.org/drawingml/2006/main">
              <a:ext uri="{FF2B5EF4-FFF2-40B4-BE49-F238E27FC236}">
                <a16:creationId xmlns:a16="http://schemas.microsoft.com/office/drawing/2014/main" id="{AFE55ACB-69EA-47C1-BB53-B9F513B29D9C}"/>
              </a:ext>
            </a:extLst>
          </p:cNvPr>
          <p:cNvPicPr>
            <a:picLocks xmlns:a="http://schemas.openxmlformats.org/drawingml/2006/main" noChangeAspect="1"/>
          </p:cNvPicPr>
          <p:nvPr/>
        </p:nvPicPr>
        <p:blipFill>
          <a:blip xmlns:r="http://schemas.openxmlformats.org/officeDocument/2006/relationships" xmlns:a="http://schemas.openxmlformats.org/drawingml/2006/main" r:embed="R381b12f2ea6142a5"/>
          <a:srcRect xmlns:a="http://schemas.openxmlformats.org/drawingml/2006/main" l="0" t="6534" r="0" b="6534"/>
          <a:stretch xmlns:a="http://schemas.openxmlformats.org/drawingml/2006/main">
            <a:fillRect l="0" t="0" r="0" b="0"/>
          </a:stretch>
        </p:blipFill>
        <p:spPr>
          <a:xfrm xmlns:a="http://schemas.openxmlformats.org/drawingml/2006/main">
            <a:off x="619125" y="1828800"/>
            <a:ext cx="2619375" cy="4048125"/>
          </a:xfrm>
          <a:prstGeom xmlns:a="http://schemas.openxmlformats.org/drawingml/2006/main" prst="rect">
            <a:avLst/>
          </a:prstGeom>
        </p:spPr>
      </p:pic>
      <p:sp>
        <p:nvSpPr>
          <p:cNvPr id="7" name="rule-14">
            <a:extLst xmlns:a="http://schemas.openxmlformats.org/drawingml/2006/main">
              <a:ext uri="{FF2B5EF4-FFF2-40B4-BE49-F238E27FC236}">
                <a16:creationId xmlns:a16="http://schemas.microsoft.com/office/drawing/2014/main" id="{9B4E0714-84D1-430D-B980-6897E7E8E5B5}"/>
              </a:ext>
            </a:extLst>
          </p:cNvPr>
          <p:cNvSpPr>
            <a:spLocks xmlns:a="http://schemas.openxmlformats.org/drawingml/2006/main" noGrp="1"/>
          </p:cNvSpPr>
          <p:nvPr/>
        </p:nvSpPr>
        <p:spPr>
          <a:xfrm xmlns:a="http://schemas.openxmlformats.org/drawingml/2006/main">
            <a:off x="3448050" y="1771650"/>
            <a:ext cx="19050" cy="41624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8" name="text-15">
            <a:extLst xmlns:a="http://schemas.openxmlformats.org/drawingml/2006/main">
              <a:ext uri="{FF2B5EF4-FFF2-40B4-BE49-F238E27FC236}">
                <a16:creationId xmlns:a16="http://schemas.microsoft.com/office/drawing/2014/main" id="{F4CE5F3F-3488-43F6-8D18-A9850B391552}"/>
              </a:ext>
            </a:extLst>
          </p:cNvPr>
          <p:cNvSpPr>
            <a:spLocks xmlns:a="http://schemas.openxmlformats.org/drawingml/2006/main" noGrp="1"/>
          </p:cNvSpPr>
          <p:nvPr/>
        </p:nvSpPr>
        <p:spPr>
          <a:xfrm xmlns:a="http://schemas.openxmlformats.org/drawingml/2006/main">
            <a:off x="3752850" y="1743075"/>
            <a:ext cx="7381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75" b="0">
                <a:solidFill>
                  <a:srgbClr val="0D0B10"/>
                </a:solidFill>
                <a:latin typeface="Georgia"/>
                <a:ea typeface="Georgia"/>
                <a:cs typeface="Georgia"/>
              </a:defRPr>
            </a:defPPr>
            <a:lvl1pPr>
              <a:defRPr sz="3375" b="0">
                <a:solidFill>
                  <a:srgbClr val="0D0B10"/>
                </a:solidFill>
                <a:latin typeface="Georgia"/>
                <a:ea typeface="Georgia"/>
                <a:cs typeface="Georgia"/>
              </a:defRPr>
            </a:lvl1pPr>
            <a:lvl2pPr>
              <a:defRPr sz="3375" b="0">
                <a:solidFill>
                  <a:srgbClr val="0D0B10"/>
                </a:solidFill>
                <a:latin typeface="Georgia"/>
                <a:ea typeface="Georgia"/>
                <a:cs typeface="Georgia"/>
              </a:defRPr>
            </a:lvl2pPr>
            <a:lvl3pPr>
              <a:defRPr sz="3375" b="0">
                <a:solidFill>
                  <a:srgbClr val="0D0B10"/>
                </a:solidFill>
                <a:latin typeface="Georgia"/>
                <a:ea typeface="Georgia"/>
                <a:cs typeface="Georgia"/>
              </a:defRPr>
            </a:lvl3pPr>
            <a:lvl4pPr>
              <a:defRPr sz="3375" b="0">
                <a:solidFill>
                  <a:srgbClr val="0D0B10"/>
                </a:solidFill>
                <a:latin typeface="Georgia"/>
                <a:ea typeface="Georgia"/>
                <a:cs typeface="Georgia"/>
              </a:defRPr>
            </a:lvl4pPr>
            <a:lvl5pPr>
              <a:defRPr sz="3375" b="0">
                <a:solidFill>
                  <a:srgbClr val="0D0B10"/>
                </a:solidFill>
                <a:latin typeface="Georgia"/>
                <a:ea typeface="Georgia"/>
                <a:cs typeface="Georgia"/>
              </a:defRPr>
            </a:lvl5pPr>
            <a:lvl6pPr>
              <a:defRPr sz="3375" b="0">
                <a:solidFill>
                  <a:srgbClr val="0D0B10"/>
                </a:solidFill>
                <a:latin typeface="Georgia"/>
                <a:ea typeface="Georgia"/>
                <a:cs typeface="Georgia"/>
              </a:defRPr>
            </a:lvl6pPr>
            <a:lvl7pPr>
              <a:defRPr sz="3375" b="0">
                <a:solidFill>
                  <a:srgbClr val="0D0B10"/>
                </a:solidFill>
                <a:latin typeface="Georgia"/>
                <a:ea typeface="Georgia"/>
                <a:cs typeface="Georgia"/>
              </a:defRPr>
            </a:lvl7pPr>
            <a:lvl8pPr>
              <a:defRPr sz="3375" b="0">
                <a:solidFill>
                  <a:srgbClr val="0D0B10"/>
                </a:solidFill>
                <a:latin typeface="Georgia"/>
                <a:ea typeface="Georgia"/>
                <a:cs typeface="Georgia"/>
              </a:defRPr>
            </a:lvl8pPr>
            <a:lvl9pPr>
              <a:defRPr sz="3375" b="0">
                <a:solidFill>
                  <a:srgbClr val="0D0B10"/>
                </a:solidFill>
                <a:latin typeface="Georgia"/>
                <a:ea typeface="Georgia"/>
                <a:cs typeface="Georgia"/>
              </a:defRPr>
            </a:lvl9pPr>
          </a:lstStyle>
          <a:p xmlns:a="http://schemas.openxmlformats.org/drawingml/2006/main">
            <a:pPr>
              <a:defRPr sz="3375" b="0">
                <a:solidFill>
                  <a:srgbClr val="0D0B10"/>
                </a:solidFill>
                <a:latin typeface="Georgia"/>
                <a:ea typeface="Georgia"/>
                <a:cs typeface="Georgia"/>
              </a:defRPr>
            </a:pPr>
            <a:r>
              <a:rPr sz="3375" b="0">
                <a:solidFill>
                  <a:srgbClr val="0D0B10"/>
                </a:solidFill>
                <a:latin typeface="Georgia"/>
                <a:ea typeface="Georgia"/>
                <a:cs typeface="Georgia"/>
              </a:rPr>
              <a:t>GIUMS (Giu)</a:t>
            </a:r>
          </a:p>
        </p:txBody>
      </p:sp>
      <p:sp>
        <p:nvSpPr>
          <p:cNvPr id="9" name="text-16">
            <a:extLst xmlns:a="http://schemas.openxmlformats.org/drawingml/2006/main">
              <a:ext uri="{FF2B5EF4-FFF2-40B4-BE49-F238E27FC236}">
                <a16:creationId xmlns:a16="http://schemas.microsoft.com/office/drawing/2014/main" id="{36AFACFD-9706-4F33-8D68-92C5D7F860BB}"/>
              </a:ext>
            </a:extLst>
          </p:cNvPr>
          <p:cNvSpPr>
            <a:spLocks xmlns:a="http://schemas.openxmlformats.org/drawingml/2006/main" noGrp="1"/>
          </p:cNvSpPr>
          <p:nvPr/>
        </p:nvSpPr>
        <p:spPr>
          <a:xfrm xmlns:a="http://schemas.openxmlformats.org/drawingml/2006/main">
            <a:off x="3771900" y="2381250"/>
            <a:ext cx="76581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Artista visual e ilustradora com foco em design de personagens há mais de 15 anos, tanto nacional quanto internacionalmente, tendo enorme influência da cultura geek, alta fantasia, TCG e principalmente RPG.</a:t>
            </a:r>
          </a:p>
        </p:txBody>
      </p:sp>
      <p:sp>
        <p:nvSpPr>
          <p:cNvPr id="10" name="text-17">
            <a:extLst xmlns:a="http://schemas.openxmlformats.org/drawingml/2006/main">
              <a:ext uri="{FF2B5EF4-FFF2-40B4-BE49-F238E27FC236}">
                <a16:creationId xmlns:a16="http://schemas.microsoft.com/office/drawing/2014/main" id="{4C3E164E-AF04-4DD2-AAD5-1A55B1051D30}"/>
              </a:ext>
            </a:extLst>
          </p:cNvPr>
          <p:cNvSpPr>
            <a:spLocks xmlns:a="http://schemas.openxmlformats.org/drawingml/2006/main" noGrp="1"/>
          </p:cNvSpPr>
          <p:nvPr/>
        </p:nvSpPr>
        <p:spPr>
          <a:xfrm xmlns:a="http://schemas.openxmlformats.org/drawingml/2006/main">
            <a:off x="3771900" y="3600450"/>
            <a:ext cx="76581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Atualmente vem trabalhando na plataforma Patreon com criação de comunidade e, ao mesmo tempo, desenvolvendo seu projeto autoral YATHRA, cenário de RPG de alta fantasia, com inclusão da cultura queer (LGBTQIAPN+) e dragões, muitos dragões!</a:t>
            </a:r>
          </a:p>
        </p:txBody>
      </p:sp>
      <p:sp>
        <p:nvSpPr>
          <p:cNvPr id="11" name="text-18">
            <a:extLst xmlns:a="http://schemas.openxmlformats.org/drawingml/2006/main">
              <a:ext uri="{FF2B5EF4-FFF2-40B4-BE49-F238E27FC236}">
                <a16:creationId xmlns:a16="http://schemas.microsoft.com/office/drawing/2014/main" id="{86B622DC-0F4A-46A9-8251-8A92E0EB8FAB}"/>
              </a:ext>
            </a:extLst>
          </p:cNvPr>
          <p:cNvSpPr>
            <a:spLocks xmlns:a="http://schemas.openxmlformats.org/drawingml/2006/main" noGrp="1"/>
          </p:cNvSpPr>
          <p:nvPr/>
        </p:nvSpPr>
        <p:spPr>
          <a:xfrm xmlns:a="http://schemas.openxmlformats.org/drawingml/2006/main">
            <a:off x="3771900" y="52197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REDES SOCIAIS</a:t>
            </a:r>
          </a:p>
        </p:txBody>
      </p:sp>
      <p:sp>
        <p:nvSpPr>
          <p:cNvPr id="12" name="text-19">
            <a:extLst xmlns:a="http://schemas.openxmlformats.org/drawingml/2006/main">
              <a:ext uri="{FF2B5EF4-FFF2-40B4-BE49-F238E27FC236}">
                <a16:creationId xmlns:a16="http://schemas.microsoft.com/office/drawing/2014/main" id="{566F31EA-CE8E-409F-89AA-0D277AE6F43F}"/>
              </a:ext>
            </a:extLst>
          </p:cNvPr>
          <p:cNvSpPr>
            <a:spLocks xmlns:a="http://schemas.openxmlformats.org/drawingml/2006/main" noGrp="1"/>
          </p:cNvSpPr>
          <p:nvPr/>
        </p:nvSpPr>
        <p:spPr>
          <a:xfrm xmlns:a="http://schemas.openxmlformats.org/drawingml/2006/main">
            <a:off x="3771900" y="5524500"/>
            <a:ext cx="2238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C2142F"/>
                </a:solidFill>
                <a:latin typeface="Arial"/>
                <a:ea typeface="Arial"/>
                <a:cs typeface="Arial"/>
              </a:defRPr>
            </a:defPPr>
            <a:lvl1pPr>
              <a:defRPr sz="1650" b="0">
                <a:solidFill>
                  <a:srgbClr val="C2142F"/>
                </a:solidFill>
                <a:latin typeface="Arial"/>
                <a:ea typeface="Arial"/>
                <a:cs typeface="Arial"/>
              </a:defRPr>
            </a:lvl1pPr>
            <a:lvl2pPr>
              <a:defRPr sz="1650" b="0">
                <a:solidFill>
                  <a:srgbClr val="C2142F"/>
                </a:solidFill>
                <a:latin typeface="Arial"/>
                <a:ea typeface="Arial"/>
                <a:cs typeface="Arial"/>
              </a:defRPr>
            </a:lvl2pPr>
            <a:lvl3pPr>
              <a:defRPr sz="1650" b="0">
                <a:solidFill>
                  <a:srgbClr val="C2142F"/>
                </a:solidFill>
                <a:latin typeface="Arial"/>
                <a:ea typeface="Arial"/>
                <a:cs typeface="Arial"/>
              </a:defRPr>
            </a:lvl3pPr>
            <a:lvl4pPr>
              <a:defRPr sz="1650" b="0">
                <a:solidFill>
                  <a:srgbClr val="C2142F"/>
                </a:solidFill>
                <a:latin typeface="Arial"/>
                <a:ea typeface="Arial"/>
                <a:cs typeface="Arial"/>
              </a:defRPr>
            </a:lvl4pPr>
            <a:lvl5pPr>
              <a:defRPr sz="1650" b="0">
                <a:solidFill>
                  <a:srgbClr val="C2142F"/>
                </a:solidFill>
                <a:latin typeface="Arial"/>
                <a:ea typeface="Arial"/>
                <a:cs typeface="Arial"/>
              </a:defRPr>
            </a:lvl5pPr>
            <a:lvl6pPr>
              <a:defRPr sz="1650" b="0">
                <a:solidFill>
                  <a:srgbClr val="C2142F"/>
                </a:solidFill>
                <a:latin typeface="Arial"/>
                <a:ea typeface="Arial"/>
                <a:cs typeface="Arial"/>
              </a:defRPr>
            </a:lvl6pPr>
            <a:lvl7pPr>
              <a:defRPr sz="1650" b="0">
                <a:solidFill>
                  <a:srgbClr val="C2142F"/>
                </a:solidFill>
                <a:latin typeface="Arial"/>
                <a:ea typeface="Arial"/>
                <a:cs typeface="Arial"/>
              </a:defRPr>
            </a:lvl7pPr>
            <a:lvl8pPr>
              <a:defRPr sz="1650" b="0">
                <a:solidFill>
                  <a:srgbClr val="C2142F"/>
                </a:solidFill>
                <a:latin typeface="Arial"/>
                <a:ea typeface="Arial"/>
                <a:cs typeface="Arial"/>
              </a:defRPr>
            </a:lvl8pPr>
            <a:lvl9pPr>
              <a:defRPr sz="1650" b="0">
                <a:solidFill>
                  <a:srgbClr val="C2142F"/>
                </a:solidFill>
                <a:latin typeface="Arial"/>
                <a:ea typeface="Arial"/>
                <a:cs typeface="Arial"/>
              </a:defRPr>
            </a:lvl9pPr>
          </a:lstStyle>
          <a:p xmlns:a="http://schemas.openxmlformats.org/drawingml/2006/main">
            <a:pPr>
              <a:defRPr sz="1650" b="0">
                <a:solidFill>
                  <a:srgbClr val="C2142F"/>
                </a:solidFill>
                <a:latin typeface="Arial"/>
                <a:ea typeface="Arial"/>
                <a:cs typeface="Arial"/>
              </a:defRPr>
            </a:pPr>
            <a:r>
              <a:rPr sz="1650" b="0">
                <a:solidFill>
                  <a:srgbClr val="C2142F"/>
                </a:solidFill>
                <a:latin typeface="Arial"/>
                <a:ea typeface="Arial"/>
                <a:cs typeface="Arial"/>
              </a:rPr>
              <a:t>Instagram</a:t>
            </a:r>
          </a:p>
        </p:txBody>
      </p:sp>
      <p:sp>
        <p:nvSpPr>
          <p:cNvPr id="13" name="rule-20">
            <a:extLst xmlns:a="http://schemas.openxmlformats.org/drawingml/2006/main">
              <a:ext uri="{FF2B5EF4-FFF2-40B4-BE49-F238E27FC236}">
                <a16:creationId xmlns:a16="http://schemas.microsoft.com/office/drawing/2014/main" id="{B0D8975E-0F4F-4A53-8169-C922B3217D55}"/>
              </a:ext>
            </a:extLst>
          </p:cNvPr>
          <p:cNvSpPr>
            <a:spLocks xmlns:a="http://schemas.openxmlformats.org/drawingml/2006/main" noGrp="1"/>
          </p:cNvSpPr>
          <p:nvPr/>
        </p:nvSpPr>
        <p:spPr>
          <a:xfrm xmlns:a="http://schemas.openxmlformats.org/drawingml/2006/main">
            <a:off x="3771900" y="5876925"/>
            <a:ext cx="1056132"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4" name="hotspot-1">
            <a:extLst xmlns:a="http://schemas.openxmlformats.org/drawingml/2006/main">
              <a:ext uri="{FF2B5EF4-FFF2-40B4-BE49-F238E27FC236}">
                <a16:creationId xmlns:a16="http://schemas.microsoft.com/office/drawing/2014/main" id="{1309A209-1591-4E5F-991A-4DC7815FFDB1}"/>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3771900" y="5524500"/>
            <a:ext cx="22383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15" name="text-22">
            <a:extLst xmlns:a="http://schemas.openxmlformats.org/drawingml/2006/main">
              <a:ext uri="{FF2B5EF4-FFF2-40B4-BE49-F238E27FC236}">
                <a16:creationId xmlns:a16="http://schemas.microsoft.com/office/drawing/2014/main" id="{1E52AA11-65E2-403B-B5A3-BB91C7AA0D1D}"/>
              </a:ext>
            </a:extLst>
          </p:cNvPr>
          <p:cNvSpPr>
            <a:spLocks xmlns:a="http://schemas.openxmlformats.org/drawingml/2006/main" noGrp="1"/>
          </p:cNvSpPr>
          <p:nvPr/>
        </p:nvSpPr>
        <p:spPr>
          <a:xfrm xmlns:a="http://schemas.openxmlformats.org/drawingml/2006/main">
            <a:off x="3771900" y="59245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@giums</a:t>
            </a:r>
          </a:p>
        </p:txBody>
      </p:sp>
      <p:sp>
        <p:nvSpPr>
          <p:cNvPr id="16" name="text-23">
            <a:extLst xmlns:a="http://schemas.openxmlformats.org/drawingml/2006/main">
              <a:ext uri="{FF2B5EF4-FFF2-40B4-BE49-F238E27FC236}">
                <a16:creationId xmlns:a16="http://schemas.microsoft.com/office/drawing/2014/main" id="{A88AC5CD-3A65-4AA9-9258-A2C0BCBC04E7}"/>
              </a:ext>
            </a:extLst>
          </p:cNvPr>
          <p:cNvSpPr>
            <a:spLocks xmlns:a="http://schemas.openxmlformats.org/drawingml/2006/main" noGrp="1"/>
          </p:cNvSpPr>
          <p:nvPr/>
        </p:nvSpPr>
        <p:spPr>
          <a:xfrm xmlns:a="http://schemas.openxmlformats.org/drawingml/2006/main">
            <a:off x="6296025" y="5524500"/>
            <a:ext cx="2238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C2142F"/>
                </a:solidFill>
                <a:latin typeface="Arial"/>
                <a:ea typeface="Arial"/>
                <a:cs typeface="Arial"/>
              </a:defRPr>
            </a:defPPr>
            <a:lvl1pPr>
              <a:defRPr sz="1650" b="0">
                <a:solidFill>
                  <a:srgbClr val="C2142F"/>
                </a:solidFill>
                <a:latin typeface="Arial"/>
                <a:ea typeface="Arial"/>
                <a:cs typeface="Arial"/>
              </a:defRPr>
            </a:lvl1pPr>
            <a:lvl2pPr>
              <a:defRPr sz="1650" b="0">
                <a:solidFill>
                  <a:srgbClr val="C2142F"/>
                </a:solidFill>
                <a:latin typeface="Arial"/>
                <a:ea typeface="Arial"/>
                <a:cs typeface="Arial"/>
              </a:defRPr>
            </a:lvl2pPr>
            <a:lvl3pPr>
              <a:defRPr sz="1650" b="0">
                <a:solidFill>
                  <a:srgbClr val="C2142F"/>
                </a:solidFill>
                <a:latin typeface="Arial"/>
                <a:ea typeface="Arial"/>
                <a:cs typeface="Arial"/>
              </a:defRPr>
            </a:lvl3pPr>
            <a:lvl4pPr>
              <a:defRPr sz="1650" b="0">
                <a:solidFill>
                  <a:srgbClr val="C2142F"/>
                </a:solidFill>
                <a:latin typeface="Arial"/>
                <a:ea typeface="Arial"/>
                <a:cs typeface="Arial"/>
              </a:defRPr>
            </a:lvl4pPr>
            <a:lvl5pPr>
              <a:defRPr sz="1650" b="0">
                <a:solidFill>
                  <a:srgbClr val="C2142F"/>
                </a:solidFill>
                <a:latin typeface="Arial"/>
                <a:ea typeface="Arial"/>
                <a:cs typeface="Arial"/>
              </a:defRPr>
            </a:lvl5pPr>
            <a:lvl6pPr>
              <a:defRPr sz="1650" b="0">
                <a:solidFill>
                  <a:srgbClr val="C2142F"/>
                </a:solidFill>
                <a:latin typeface="Arial"/>
                <a:ea typeface="Arial"/>
                <a:cs typeface="Arial"/>
              </a:defRPr>
            </a:lvl6pPr>
            <a:lvl7pPr>
              <a:defRPr sz="1650" b="0">
                <a:solidFill>
                  <a:srgbClr val="C2142F"/>
                </a:solidFill>
                <a:latin typeface="Arial"/>
                <a:ea typeface="Arial"/>
                <a:cs typeface="Arial"/>
              </a:defRPr>
            </a:lvl7pPr>
            <a:lvl8pPr>
              <a:defRPr sz="1650" b="0">
                <a:solidFill>
                  <a:srgbClr val="C2142F"/>
                </a:solidFill>
                <a:latin typeface="Arial"/>
                <a:ea typeface="Arial"/>
                <a:cs typeface="Arial"/>
              </a:defRPr>
            </a:lvl8pPr>
            <a:lvl9pPr>
              <a:defRPr sz="1650" b="0">
                <a:solidFill>
                  <a:srgbClr val="C2142F"/>
                </a:solidFill>
                <a:latin typeface="Arial"/>
                <a:ea typeface="Arial"/>
                <a:cs typeface="Arial"/>
              </a:defRPr>
            </a:lvl9pPr>
          </a:lstStyle>
          <a:p xmlns:a="http://schemas.openxmlformats.org/drawingml/2006/main">
            <a:pPr>
              <a:defRPr sz="1650" b="0">
                <a:solidFill>
                  <a:srgbClr val="C2142F"/>
                </a:solidFill>
                <a:latin typeface="Arial"/>
                <a:ea typeface="Arial"/>
                <a:cs typeface="Arial"/>
              </a:defRPr>
            </a:pPr>
            <a:r>
              <a:rPr sz="1650" b="0">
                <a:solidFill>
                  <a:srgbClr val="C2142F"/>
                </a:solidFill>
                <a:latin typeface="Arial"/>
                <a:ea typeface="Arial"/>
                <a:cs typeface="Arial"/>
              </a:rPr>
              <a:t>YouTube</a:t>
            </a:r>
          </a:p>
        </p:txBody>
      </p:sp>
      <p:sp>
        <p:nvSpPr>
          <p:cNvPr id="17" name="rule-24">
            <a:extLst xmlns:a="http://schemas.openxmlformats.org/drawingml/2006/main">
              <a:ext uri="{FF2B5EF4-FFF2-40B4-BE49-F238E27FC236}">
                <a16:creationId xmlns:a16="http://schemas.microsoft.com/office/drawing/2014/main" id="{2151FB3E-45A6-413C-92E5-7987EDC7EA54}"/>
              </a:ext>
            </a:extLst>
          </p:cNvPr>
          <p:cNvSpPr>
            <a:spLocks xmlns:a="http://schemas.openxmlformats.org/drawingml/2006/main" noGrp="1"/>
          </p:cNvSpPr>
          <p:nvPr/>
        </p:nvSpPr>
        <p:spPr>
          <a:xfrm xmlns:a="http://schemas.openxmlformats.org/drawingml/2006/main">
            <a:off x="6296025" y="5876925"/>
            <a:ext cx="821436"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8" name="hotspot-2">
            <a:extLst xmlns:a="http://schemas.openxmlformats.org/drawingml/2006/main">
              <a:ext uri="{FF2B5EF4-FFF2-40B4-BE49-F238E27FC236}">
                <a16:creationId xmlns:a16="http://schemas.microsoft.com/office/drawing/2014/main" id="{15B514A3-39C6-4096-AB27-F9AE2B7969B8}"/>
              </a:ext>
            </a:extLst>
            <ns2:hlinkClick xmlns:ns2="http://schemas.openxmlformats.org/drawingml/2006/main" xmlns:ns3="http://schemas.openxmlformats.org/officeDocument/2006/relationships" ns3:id="rIdClick2"/>
          </p:cNvPr>
          <p:cNvSpPr>
            <a:spLocks xmlns:a="http://schemas.openxmlformats.org/drawingml/2006/main" noGrp="1"/>
          </p:cNvSpPr>
          <p:nvPr/>
        </p:nvSpPr>
        <p:spPr>
          <a:xfrm xmlns:a="http://schemas.openxmlformats.org/drawingml/2006/main">
            <a:off x="6296025" y="5524500"/>
            <a:ext cx="22383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19" name="text-26">
            <a:extLst xmlns:a="http://schemas.openxmlformats.org/drawingml/2006/main">
              <a:ext uri="{FF2B5EF4-FFF2-40B4-BE49-F238E27FC236}">
                <a16:creationId xmlns:a16="http://schemas.microsoft.com/office/drawing/2014/main" id="{DB5CD7B6-A1CB-44B9-8492-10DAE996C6E3}"/>
              </a:ext>
            </a:extLst>
          </p:cNvPr>
          <p:cNvSpPr>
            <a:spLocks xmlns:a="http://schemas.openxmlformats.org/drawingml/2006/main" noGrp="1"/>
          </p:cNvSpPr>
          <p:nvPr/>
        </p:nvSpPr>
        <p:spPr>
          <a:xfrm xmlns:a="http://schemas.openxmlformats.org/drawingml/2006/main">
            <a:off x="6296025" y="59245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@GIUMSyt</a:t>
            </a:r>
          </a:p>
        </p:txBody>
      </p:sp>
      <p:sp>
        <p:nvSpPr>
          <p:cNvPr id="20" name="text-27">
            <a:extLst xmlns:a="http://schemas.openxmlformats.org/drawingml/2006/main">
              <a:ext uri="{FF2B5EF4-FFF2-40B4-BE49-F238E27FC236}">
                <a16:creationId xmlns:a16="http://schemas.microsoft.com/office/drawing/2014/main" id="{2E76E9E7-9224-4019-921A-39A9474B5B23}"/>
              </a:ext>
            </a:extLst>
          </p:cNvPr>
          <p:cNvSpPr>
            <a:spLocks xmlns:a="http://schemas.openxmlformats.org/drawingml/2006/main" noGrp="1"/>
          </p:cNvSpPr>
          <p:nvPr/>
        </p:nvSpPr>
        <p:spPr>
          <a:xfrm xmlns:a="http://schemas.openxmlformats.org/drawingml/2006/main">
            <a:off x="8820150" y="5524500"/>
            <a:ext cx="22383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C2142F"/>
                </a:solidFill>
                <a:latin typeface="Arial"/>
                <a:ea typeface="Arial"/>
                <a:cs typeface="Arial"/>
              </a:defRPr>
            </a:defPPr>
            <a:lvl1pPr>
              <a:defRPr sz="1650" b="0">
                <a:solidFill>
                  <a:srgbClr val="C2142F"/>
                </a:solidFill>
                <a:latin typeface="Arial"/>
                <a:ea typeface="Arial"/>
                <a:cs typeface="Arial"/>
              </a:defRPr>
            </a:lvl1pPr>
            <a:lvl2pPr>
              <a:defRPr sz="1650" b="0">
                <a:solidFill>
                  <a:srgbClr val="C2142F"/>
                </a:solidFill>
                <a:latin typeface="Arial"/>
                <a:ea typeface="Arial"/>
                <a:cs typeface="Arial"/>
              </a:defRPr>
            </a:lvl2pPr>
            <a:lvl3pPr>
              <a:defRPr sz="1650" b="0">
                <a:solidFill>
                  <a:srgbClr val="C2142F"/>
                </a:solidFill>
                <a:latin typeface="Arial"/>
                <a:ea typeface="Arial"/>
                <a:cs typeface="Arial"/>
              </a:defRPr>
            </a:lvl3pPr>
            <a:lvl4pPr>
              <a:defRPr sz="1650" b="0">
                <a:solidFill>
                  <a:srgbClr val="C2142F"/>
                </a:solidFill>
                <a:latin typeface="Arial"/>
                <a:ea typeface="Arial"/>
                <a:cs typeface="Arial"/>
              </a:defRPr>
            </a:lvl4pPr>
            <a:lvl5pPr>
              <a:defRPr sz="1650" b="0">
                <a:solidFill>
                  <a:srgbClr val="C2142F"/>
                </a:solidFill>
                <a:latin typeface="Arial"/>
                <a:ea typeface="Arial"/>
                <a:cs typeface="Arial"/>
              </a:defRPr>
            </a:lvl5pPr>
            <a:lvl6pPr>
              <a:defRPr sz="1650" b="0">
                <a:solidFill>
                  <a:srgbClr val="C2142F"/>
                </a:solidFill>
                <a:latin typeface="Arial"/>
                <a:ea typeface="Arial"/>
                <a:cs typeface="Arial"/>
              </a:defRPr>
            </a:lvl6pPr>
            <a:lvl7pPr>
              <a:defRPr sz="1650" b="0">
                <a:solidFill>
                  <a:srgbClr val="C2142F"/>
                </a:solidFill>
                <a:latin typeface="Arial"/>
                <a:ea typeface="Arial"/>
                <a:cs typeface="Arial"/>
              </a:defRPr>
            </a:lvl7pPr>
            <a:lvl8pPr>
              <a:defRPr sz="1650" b="0">
                <a:solidFill>
                  <a:srgbClr val="C2142F"/>
                </a:solidFill>
                <a:latin typeface="Arial"/>
                <a:ea typeface="Arial"/>
                <a:cs typeface="Arial"/>
              </a:defRPr>
            </a:lvl8pPr>
            <a:lvl9pPr>
              <a:defRPr sz="1650" b="0">
                <a:solidFill>
                  <a:srgbClr val="C2142F"/>
                </a:solidFill>
                <a:latin typeface="Arial"/>
                <a:ea typeface="Arial"/>
                <a:cs typeface="Arial"/>
              </a:defRPr>
            </a:lvl9pPr>
          </a:lstStyle>
          <a:p xmlns:a="http://schemas.openxmlformats.org/drawingml/2006/main">
            <a:pPr>
              <a:defRPr sz="1650" b="0">
                <a:solidFill>
                  <a:srgbClr val="C2142F"/>
                </a:solidFill>
                <a:latin typeface="Arial"/>
                <a:ea typeface="Arial"/>
                <a:cs typeface="Arial"/>
              </a:defRPr>
            </a:pPr>
            <a:r>
              <a:rPr sz="1650" b="0">
                <a:solidFill>
                  <a:srgbClr val="C2142F"/>
                </a:solidFill>
                <a:latin typeface="Arial"/>
                <a:ea typeface="Arial"/>
                <a:cs typeface="Arial"/>
              </a:rPr>
              <a:t>Patreon</a:t>
            </a:r>
          </a:p>
        </p:txBody>
      </p:sp>
      <p:sp>
        <p:nvSpPr>
          <p:cNvPr id="21" name="rule-28">
            <a:extLst xmlns:a="http://schemas.openxmlformats.org/drawingml/2006/main">
              <a:ext uri="{FF2B5EF4-FFF2-40B4-BE49-F238E27FC236}">
                <a16:creationId xmlns:a16="http://schemas.microsoft.com/office/drawing/2014/main" id="{EBAAB847-3FBA-4CA8-A60B-5DBA35DB8DD9}"/>
              </a:ext>
            </a:extLst>
          </p:cNvPr>
          <p:cNvSpPr>
            <a:spLocks xmlns:a="http://schemas.openxmlformats.org/drawingml/2006/main" noGrp="1"/>
          </p:cNvSpPr>
          <p:nvPr/>
        </p:nvSpPr>
        <p:spPr>
          <a:xfrm xmlns:a="http://schemas.openxmlformats.org/drawingml/2006/main">
            <a:off x="8820150" y="5876925"/>
            <a:ext cx="821436"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2" name="hotspot-3">
            <a:extLst xmlns:a="http://schemas.openxmlformats.org/drawingml/2006/main">
              <a:ext uri="{FF2B5EF4-FFF2-40B4-BE49-F238E27FC236}">
                <a16:creationId xmlns:a16="http://schemas.microsoft.com/office/drawing/2014/main" id="{7CA752B2-CED9-4FF8-834F-6CCE2A333526}"/>
              </a:ext>
            </a:extLst>
            <ns4:hlinkClick xmlns:ns4="http://schemas.openxmlformats.org/drawingml/2006/main" xmlns:ns5="http://schemas.openxmlformats.org/officeDocument/2006/relationships" ns5:id="rIdClick3"/>
          </p:cNvPr>
          <p:cNvSpPr>
            <a:spLocks xmlns:a="http://schemas.openxmlformats.org/drawingml/2006/main" noGrp="1"/>
          </p:cNvSpPr>
          <p:nvPr/>
        </p:nvSpPr>
        <p:spPr>
          <a:xfrm xmlns:a="http://schemas.openxmlformats.org/drawingml/2006/main">
            <a:off x="8820150" y="5524500"/>
            <a:ext cx="22383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23" name="text-30">
            <a:extLst xmlns:a="http://schemas.openxmlformats.org/drawingml/2006/main">
              <a:ext uri="{FF2B5EF4-FFF2-40B4-BE49-F238E27FC236}">
                <a16:creationId xmlns:a16="http://schemas.microsoft.com/office/drawing/2014/main" id="{C507C0DB-6444-48F7-B766-F932FBAE1726}"/>
              </a:ext>
            </a:extLst>
          </p:cNvPr>
          <p:cNvSpPr>
            <a:spLocks xmlns:a="http://schemas.openxmlformats.org/drawingml/2006/main" noGrp="1"/>
          </p:cNvSpPr>
          <p:nvPr/>
        </p:nvSpPr>
        <p:spPr>
          <a:xfrm xmlns:a="http://schemas.openxmlformats.org/drawingml/2006/main">
            <a:off x="8820150" y="5924550"/>
            <a:ext cx="2333625"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patreon.com/giums</a:t>
            </a:r>
          </a:p>
        </p:txBody>
      </p:sp>
    </p:spTree>
    <p:extLst>
      <p:ext uri="{BB962C8B-B14F-4D97-AF65-F5344CB8AC3E}">
        <p14:creationId xmlns:p14="http://schemas.microsoft.com/office/powerpoint/2010/main" val="2078449061"/>
      </p:ext>
    </p:extLst>
  </p:cSld>
</p:sld>
</file>

<file path=ppt/slides/slide3.xml><?xml version="1.0" encoding="utf-8"?>
<p:sld xmlns:p="http://schemas.openxmlformats.org/presentationml/2006/main">
  <p:cSld>
    <p:bg>
      <p:bgPr>
        <a:solidFill xmlns:a="http://schemas.openxmlformats.org/drawingml/2006/main">
          <a:srgbClr val="08060A"/>
        </a:solidFill>
      </p:bgPr>
    </p:bg>
    <p:spTree>
      <p:nvGrpSpPr>
        <p:cNvPr id="1" name=""/>
        <p:cNvGrpSpPr/>
        <p:nvPr/>
      </p:nvGrpSpPr>
      <p:grpSpPr>
        <a:xfrm xmlns:a="http://schemas.openxmlformats.org/drawingml/2006/main"/>
      </p:grpSpPr>
      <p:sp>
        <p:nvSpPr>
          <p:cNvPr id="15" name="text-31">
            <a:extLst xmlns:a="http://schemas.openxmlformats.org/drawingml/2006/main">
              <a:ext uri="{FF2B5EF4-FFF2-40B4-BE49-F238E27FC236}">
                <a16:creationId xmlns:a16="http://schemas.microsoft.com/office/drawing/2014/main" id="{4A5792E5-EA8B-4BBA-BD81-4FB931B5BCB7}"/>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FFF5E7"/>
                </a:solidFill>
                <a:latin typeface="Georgia"/>
                <a:ea typeface="Georgia"/>
                <a:cs typeface="Georgia"/>
              </a:defRPr>
            </a:defPPr>
            <a:lvl1pPr>
              <a:defRPr sz="1575" b="1">
                <a:solidFill>
                  <a:srgbClr val="FFF5E7"/>
                </a:solidFill>
                <a:latin typeface="Georgia"/>
                <a:ea typeface="Georgia"/>
                <a:cs typeface="Georgia"/>
              </a:defRPr>
            </a:lvl1pPr>
            <a:lvl2pPr>
              <a:defRPr sz="1575" b="1">
                <a:solidFill>
                  <a:srgbClr val="FFF5E7"/>
                </a:solidFill>
                <a:latin typeface="Georgia"/>
                <a:ea typeface="Georgia"/>
                <a:cs typeface="Georgia"/>
              </a:defRPr>
            </a:lvl2pPr>
            <a:lvl3pPr>
              <a:defRPr sz="1575" b="1">
                <a:solidFill>
                  <a:srgbClr val="FFF5E7"/>
                </a:solidFill>
                <a:latin typeface="Georgia"/>
                <a:ea typeface="Georgia"/>
                <a:cs typeface="Georgia"/>
              </a:defRPr>
            </a:lvl3pPr>
            <a:lvl4pPr>
              <a:defRPr sz="1575" b="1">
                <a:solidFill>
                  <a:srgbClr val="FFF5E7"/>
                </a:solidFill>
                <a:latin typeface="Georgia"/>
                <a:ea typeface="Georgia"/>
                <a:cs typeface="Georgia"/>
              </a:defRPr>
            </a:lvl4pPr>
            <a:lvl5pPr>
              <a:defRPr sz="1575" b="1">
                <a:solidFill>
                  <a:srgbClr val="FFF5E7"/>
                </a:solidFill>
                <a:latin typeface="Georgia"/>
                <a:ea typeface="Georgia"/>
                <a:cs typeface="Georgia"/>
              </a:defRPr>
            </a:lvl5pPr>
            <a:lvl6pPr>
              <a:defRPr sz="1575" b="1">
                <a:solidFill>
                  <a:srgbClr val="FFF5E7"/>
                </a:solidFill>
                <a:latin typeface="Georgia"/>
                <a:ea typeface="Georgia"/>
                <a:cs typeface="Georgia"/>
              </a:defRPr>
            </a:lvl6pPr>
            <a:lvl7pPr>
              <a:defRPr sz="1575" b="1">
                <a:solidFill>
                  <a:srgbClr val="FFF5E7"/>
                </a:solidFill>
                <a:latin typeface="Georgia"/>
                <a:ea typeface="Georgia"/>
                <a:cs typeface="Georgia"/>
              </a:defRPr>
            </a:lvl7pPr>
            <a:lvl8pPr>
              <a:defRPr sz="1575" b="1">
                <a:solidFill>
                  <a:srgbClr val="FFF5E7"/>
                </a:solidFill>
                <a:latin typeface="Georgia"/>
                <a:ea typeface="Georgia"/>
                <a:cs typeface="Georgia"/>
              </a:defRPr>
            </a:lvl8pPr>
            <a:lvl9pPr>
              <a:defRPr sz="1575" b="1">
                <a:solidFill>
                  <a:srgbClr val="FFF5E7"/>
                </a:solidFill>
                <a:latin typeface="Georgia"/>
                <a:ea typeface="Georgia"/>
                <a:cs typeface="Georgia"/>
              </a:defRPr>
            </a:lvl9pPr>
          </a:lstStyle>
          <a:p xmlns:a="http://schemas.openxmlformats.org/drawingml/2006/main">
            <a:pPr>
              <a:defRPr sz="1575" b="1">
                <a:solidFill>
                  <a:srgbClr val="FFF5E7"/>
                </a:solidFill>
                <a:latin typeface="Georgia"/>
                <a:ea typeface="Georgia"/>
                <a:cs typeface="Georgia"/>
              </a:defRPr>
            </a:pPr>
            <a:r>
              <a:rPr sz="1575" b="1">
                <a:solidFill>
                  <a:srgbClr val="FFF5E7"/>
                </a:solidFill>
                <a:latin typeface="Georgia"/>
                <a:ea typeface="Georgia"/>
                <a:cs typeface="Georgia"/>
              </a:rPr>
              <a:t>GIUMS</a:t>
            </a:r>
          </a:p>
        </p:txBody>
      </p:sp>
      <p:sp>
        <p:nvSpPr>
          <p:cNvPr id="2" name="text-32">
            <a:extLst xmlns:a="http://schemas.openxmlformats.org/drawingml/2006/main">
              <a:ext uri="{FF2B5EF4-FFF2-40B4-BE49-F238E27FC236}">
                <a16:creationId xmlns:a16="http://schemas.microsoft.com/office/drawing/2014/main" id="{06F940ED-C92A-4BE4-BC40-453B67482CD6}"/>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AAA0AA"/>
                </a:solidFill>
                <a:latin typeface="Arial"/>
                <a:ea typeface="Arial"/>
                <a:cs typeface="Arial"/>
              </a:defRPr>
            </a:defPPr>
            <a:lvl1pPr>
              <a:defRPr sz="900" b="1">
                <a:solidFill>
                  <a:srgbClr val="AAA0AA"/>
                </a:solidFill>
                <a:latin typeface="Arial"/>
                <a:ea typeface="Arial"/>
                <a:cs typeface="Arial"/>
              </a:defRPr>
            </a:lvl1pPr>
            <a:lvl2pPr>
              <a:defRPr sz="900" b="1">
                <a:solidFill>
                  <a:srgbClr val="AAA0AA"/>
                </a:solidFill>
                <a:latin typeface="Arial"/>
                <a:ea typeface="Arial"/>
                <a:cs typeface="Arial"/>
              </a:defRPr>
            </a:lvl2pPr>
            <a:lvl3pPr>
              <a:defRPr sz="900" b="1">
                <a:solidFill>
                  <a:srgbClr val="AAA0AA"/>
                </a:solidFill>
                <a:latin typeface="Arial"/>
                <a:ea typeface="Arial"/>
                <a:cs typeface="Arial"/>
              </a:defRPr>
            </a:lvl3pPr>
            <a:lvl4pPr>
              <a:defRPr sz="900" b="1">
                <a:solidFill>
                  <a:srgbClr val="AAA0AA"/>
                </a:solidFill>
                <a:latin typeface="Arial"/>
                <a:ea typeface="Arial"/>
                <a:cs typeface="Arial"/>
              </a:defRPr>
            </a:lvl4pPr>
            <a:lvl5pPr>
              <a:defRPr sz="900" b="1">
                <a:solidFill>
                  <a:srgbClr val="AAA0AA"/>
                </a:solidFill>
                <a:latin typeface="Arial"/>
                <a:ea typeface="Arial"/>
                <a:cs typeface="Arial"/>
              </a:defRPr>
            </a:lvl5pPr>
            <a:lvl6pPr>
              <a:defRPr sz="900" b="1">
                <a:solidFill>
                  <a:srgbClr val="AAA0AA"/>
                </a:solidFill>
                <a:latin typeface="Arial"/>
                <a:ea typeface="Arial"/>
                <a:cs typeface="Arial"/>
              </a:defRPr>
            </a:lvl6pPr>
            <a:lvl7pPr>
              <a:defRPr sz="900" b="1">
                <a:solidFill>
                  <a:srgbClr val="AAA0AA"/>
                </a:solidFill>
                <a:latin typeface="Arial"/>
                <a:ea typeface="Arial"/>
                <a:cs typeface="Arial"/>
              </a:defRPr>
            </a:lvl7pPr>
            <a:lvl8pPr>
              <a:defRPr sz="900" b="1">
                <a:solidFill>
                  <a:srgbClr val="AAA0AA"/>
                </a:solidFill>
                <a:latin typeface="Arial"/>
                <a:ea typeface="Arial"/>
                <a:cs typeface="Arial"/>
              </a:defRPr>
            </a:lvl8pPr>
            <a:lvl9pPr>
              <a:defRPr sz="900" b="1">
                <a:solidFill>
                  <a:srgbClr val="AAA0AA"/>
                </a:solidFill>
                <a:latin typeface="Arial"/>
                <a:ea typeface="Arial"/>
                <a:cs typeface="Arial"/>
              </a:defRPr>
            </a:lvl9pPr>
          </a:lstStyle>
          <a:p xmlns:a="http://schemas.openxmlformats.org/drawingml/2006/main">
            <a:pPr>
              <a:defRPr sz="900" b="1">
                <a:solidFill>
                  <a:srgbClr val="AAA0AA"/>
                </a:solidFill>
                <a:latin typeface="Arial"/>
                <a:ea typeface="Arial"/>
                <a:cs typeface="Arial"/>
              </a:defRPr>
            </a:pPr>
            <a:r>
              <a:rPr sz="900" b="1">
                <a:solidFill>
                  <a:srgbClr val="AAA0AA"/>
                </a:solidFill>
                <a:latin typeface="Arial"/>
                <a:ea typeface="Arial"/>
                <a:cs typeface="Arial"/>
              </a:rPr>
              <a:t>MEDIA KIT · MARCAS E PARCERIAS · 2026</a:t>
            </a:r>
          </a:p>
        </p:txBody>
      </p:sp>
      <p:sp>
        <p:nvSpPr>
          <p:cNvPr id="3" name="rule-33">
            <a:extLst xmlns:a="http://schemas.openxmlformats.org/drawingml/2006/main">
              <a:ext uri="{FF2B5EF4-FFF2-40B4-BE49-F238E27FC236}">
                <a16:creationId xmlns:a16="http://schemas.microsoft.com/office/drawing/2014/main" id="{771431D7-773F-437A-88CF-B89BA35319BD}"/>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FF781C"/>
          </a:solidFill>
          <a:ln xmlns:a="http://schemas.openxmlformats.org/drawingml/2006/main" w="0">
            <a:noFill/>
          </a:ln>
        </p:spPr>
      </p:sp>
      <p:sp>
        <p:nvSpPr>
          <p:cNvPr id="4" name="text-34">
            <a:extLst xmlns:a="http://schemas.openxmlformats.org/drawingml/2006/main">
              <a:ext uri="{FF2B5EF4-FFF2-40B4-BE49-F238E27FC236}">
                <a16:creationId xmlns:a16="http://schemas.microsoft.com/office/drawing/2014/main" id="{BA418800-BD54-4CD6-B9F0-DE170FCBA6C2}"/>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FFF5E7"/>
                </a:solidFill>
                <a:latin typeface="Georgia"/>
                <a:ea typeface="Georgia"/>
                <a:cs typeface="Georgia"/>
              </a:defRPr>
            </a:defPPr>
            <a:lvl1pPr>
              <a:defRPr sz="3300" b="0">
                <a:solidFill>
                  <a:srgbClr val="FFF5E7"/>
                </a:solidFill>
                <a:latin typeface="Georgia"/>
                <a:ea typeface="Georgia"/>
                <a:cs typeface="Georgia"/>
              </a:defRPr>
            </a:lvl1pPr>
            <a:lvl2pPr>
              <a:defRPr sz="3300" b="0">
                <a:solidFill>
                  <a:srgbClr val="FFF5E7"/>
                </a:solidFill>
                <a:latin typeface="Georgia"/>
                <a:ea typeface="Georgia"/>
                <a:cs typeface="Georgia"/>
              </a:defRPr>
            </a:lvl2pPr>
            <a:lvl3pPr>
              <a:defRPr sz="3300" b="0">
                <a:solidFill>
                  <a:srgbClr val="FFF5E7"/>
                </a:solidFill>
                <a:latin typeface="Georgia"/>
                <a:ea typeface="Georgia"/>
                <a:cs typeface="Georgia"/>
              </a:defRPr>
            </a:lvl3pPr>
            <a:lvl4pPr>
              <a:defRPr sz="3300" b="0">
                <a:solidFill>
                  <a:srgbClr val="FFF5E7"/>
                </a:solidFill>
                <a:latin typeface="Georgia"/>
                <a:ea typeface="Georgia"/>
                <a:cs typeface="Georgia"/>
              </a:defRPr>
            </a:lvl4pPr>
            <a:lvl5pPr>
              <a:defRPr sz="3300" b="0">
                <a:solidFill>
                  <a:srgbClr val="FFF5E7"/>
                </a:solidFill>
                <a:latin typeface="Georgia"/>
                <a:ea typeface="Georgia"/>
                <a:cs typeface="Georgia"/>
              </a:defRPr>
            </a:lvl5pPr>
            <a:lvl6pPr>
              <a:defRPr sz="3300" b="0">
                <a:solidFill>
                  <a:srgbClr val="FFF5E7"/>
                </a:solidFill>
                <a:latin typeface="Georgia"/>
                <a:ea typeface="Georgia"/>
                <a:cs typeface="Georgia"/>
              </a:defRPr>
            </a:lvl6pPr>
            <a:lvl7pPr>
              <a:defRPr sz="3300" b="0">
                <a:solidFill>
                  <a:srgbClr val="FFF5E7"/>
                </a:solidFill>
                <a:latin typeface="Georgia"/>
                <a:ea typeface="Georgia"/>
                <a:cs typeface="Georgia"/>
              </a:defRPr>
            </a:lvl7pPr>
            <a:lvl8pPr>
              <a:defRPr sz="3300" b="0">
                <a:solidFill>
                  <a:srgbClr val="FFF5E7"/>
                </a:solidFill>
                <a:latin typeface="Georgia"/>
                <a:ea typeface="Georgia"/>
                <a:cs typeface="Georgia"/>
              </a:defRPr>
            </a:lvl8pPr>
            <a:lvl9pPr>
              <a:defRPr sz="3300" b="0">
                <a:solidFill>
                  <a:srgbClr val="FFF5E7"/>
                </a:solidFill>
                <a:latin typeface="Georgia"/>
                <a:ea typeface="Georgia"/>
                <a:cs typeface="Georgia"/>
              </a:defRPr>
            </a:lvl9pPr>
          </a:lstStyle>
          <a:p xmlns:a="http://schemas.openxmlformats.org/drawingml/2006/main">
            <a:pPr>
              <a:defRPr sz="3300" b="0">
                <a:solidFill>
                  <a:srgbClr val="FFF5E7"/>
                </a:solidFill>
                <a:latin typeface="Georgia"/>
                <a:ea typeface="Georgia"/>
                <a:cs typeface="Georgia"/>
              </a:defRPr>
            </a:pPr>
            <a:r>
              <a:rPr sz="3300" b="0">
                <a:solidFill>
                  <a:srgbClr val="FFF5E7"/>
                </a:solidFill>
                <a:latin typeface="Georgia"/>
                <a:ea typeface="Georgia"/>
                <a:cs typeface="Georgia"/>
              </a:rPr>
              <a:t>YATHRA</a:t>
            </a:r>
          </a:p>
        </p:txBody>
      </p:sp>
      <p:sp>
        <p:nvSpPr>
          <p:cNvPr id="5" name="text-35">
            <a:extLst xmlns:a="http://schemas.openxmlformats.org/drawingml/2006/main">
              <a:ext uri="{FF2B5EF4-FFF2-40B4-BE49-F238E27FC236}">
                <a16:creationId xmlns:a16="http://schemas.microsoft.com/office/drawing/2014/main" id="{2698067C-6117-446D-83BE-4268576B6D4A}"/>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AAA0AA"/>
                </a:solidFill>
                <a:latin typeface="Arial"/>
                <a:ea typeface="Arial"/>
                <a:cs typeface="Arial"/>
              </a:defRPr>
            </a:defPPr>
            <a:lvl1pPr>
              <a:defRPr sz="975" b="0">
                <a:solidFill>
                  <a:srgbClr val="AAA0AA"/>
                </a:solidFill>
                <a:latin typeface="Arial"/>
                <a:ea typeface="Arial"/>
                <a:cs typeface="Arial"/>
              </a:defRPr>
            </a:lvl1pPr>
            <a:lvl2pPr>
              <a:defRPr sz="975" b="0">
                <a:solidFill>
                  <a:srgbClr val="AAA0AA"/>
                </a:solidFill>
                <a:latin typeface="Arial"/>
                <a:ea typeface="Arial"/>
                <a:cs typeface="Arial"/>
              </a:defRPr>
            </a:lvl2pPr>
            <a:lvl3pPr>
              <a:defRPr sz="975" b="0">
                <a:solidFill>
                  <a:srgbClr val="AAA0AA"/>
                </a:solidFill>
                <a:latin typeface="Arial"/>
                <a:ea typeface="Arial"/>
                <a:cs typeface="Arial"/>
              </a:defRPr>
            </a:lvl3pPr>
            <a:lvl4pPr>
              <a:defRPr sz="975" b="0">
                <a:solidFill>
                  <a:srgbClr val="AAA0AA"/>
                </a:solidFill>
                <a:latin typeface="Arial"/>
                <a:ea typeface="Arial"/>
                <a:cs typeface="Arial"/>
              </a:defRPr>
            </a:lvl4pPr>
            <a:lvl5pPr>
              <a:defRPr sz="975" b="0">
                <a:solidFill>
                  <a:srgbClr val="AAA0AA"/>
                </a:solidFill>
                <a:latin typeface="Arial"/>
                <a:ea typeface="Arial"/>
                <a:cs typeface="Arial"/>
              </a:defRPr>
            </a:lvl5pPr>
            <a:lvl6pPr>
              <a:defRPr sz="975" b="0">
                <a:solidFill>
                  <a:srgbClr val="AAA0AA"/>
                </a:solidFill>
                <a:latin typeface="Arial"/>
                <a:ea typeface="Arial"/>
                <a:cs typeface="Arial"/>
              </a:defRPr>
            </a:lvl6pPr>
            <a:lvl7pPr>
              <a:defRPr sz="975" b="0">
                <a:solidFill>
                  <a:srgbClr val="AAA0AA"/>
                </a:solidFill>
                <a:latin typeface="Arial"/>
                <a:ea typeface="Arial"/>
                <a:cs typeface="Arial"/>
              </a:defRPr>
            </a:lvl7pPr>
            <a:lvl8pPr>
              <a:defRPr sz="975" b="0">
                <a:solidFill>
                  <a:srgbClr val="AAA0AA"/>
                </a:solidFill>
                <a:latin typeface="Arial"/>
                <a:ea typeface="Arial"/>
                <a:cs typeface="Arial"/>
              </a:defRPr>
            </a:lvl8pPr>
            <a:lvl9pPr>
              <a:defRPr sz="975" b="0">
                <a:solidFill>
                  <a:srgbClr val="AAA0AA"/>
                </a:solidFill>
                <a:latin typeface="Arial"/>
                <a:ea typeface="Arial"/>
                <a:cs typeface="Arial"/>
              </a:defRPr>
            </a:lvl9pPr>
          </a:lstStyle>
          <a:p xmlns:a="http://schemas.openxmlformats.org/drawingml/2006/main">
            <a:pPr>
              <a:defRPr sz="975" b="0">
                <a:solidFill>
                  <a:srgbClr val="AAA0AA"/>
                </a:solidFill>
                <a:latin typeface="Arial"/>
                <a:ea typeface="Arial"/>
                <a:cs typeface="Arial"/>
              </a:defRPr>
            </a:pPr>
            <a:r>
              <a:rPr sz="975" b="0">
                <a:solidFill>
                  <a:srgbClr val="AAA0AA"/>
                </a:solidFill>
                <a:latin typeface="Arial"/>
                <a:ea typeface="Arial"/>
                <a:cs typeface="Arial"/>
              </a:rPr>
              <a:t>3 / 6</a:t>
            </a:r>
          </a:p>
        </p:txBody>
      </p:sp>
      <p:sp>
        <p:nvSpPr>
          <p:cNvPr id="6" name="text-36">
            <a:extLst xmlns:a="http://schemas.openxmlformats.org/drawingml/2006/main">
              <a:ext uri="{FF2B5EF4-FFF2-40B4-BE49-F238E27FC236}">
                <a16:creationId xmlns:a16="http://schemas.microsoft.com/office/drawing/2014/main" id="{FD6EA66D-741C-40FA-A8B5-4C7AC90F8469}"/>
              </a:ext>
            </a:extLst>
          </p:cNvPr>
          <p:cNvSpPr>
            <a:spLocks xmlns:a="http://schemas.openxmlformats.org/drawingml/2006/main" noGrp="1"/>
          </p:cNvSpPr>
          <p:nvPr/>
        </p:nvSpPr>
        <p:spPr>
          <a:xfrm xmlns:a="http://schemas.openxmlformats.org/drawingml/2006/main">
            <a:off x="571500" y="1762125"/>
            <a:ext cx="4762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FF781C"/>
                </a:solidFill>
                <a:latin typeface="Arial"/>
                <a:ea typeface="Arial"/>
                <a:cs typeface="Arial"/>
              </a:defRPr>
            </a:defPPr>
            <a:lvl1pPr>
              <a:defRPr sz="975" b="1">
                <a:solidFill>
                  <a:srgbClr val="FF781C"/>
                </a:solidFill>
                <a:latin typeface="Arial"/>
                <a:ea typeface="Arial"/>
                <a:cs typeface="Arial"/>
              </a:defRPr>
            </a:lvl1pPr>
            <a:lvl2pPr>
              <a:defRPr sz="975" b="1">
                <a:solidFill>
                  <a:srgbClr val="FF781C"/>
                </a:solidFill>
                <a:latin typeface="Arial"/>
                <a:ea typeface="Arial"/>
                <a:cs typeface="Arial"/>
              </a:defRPr>
            </a:lvl2pPr>
            <a:lvl3pPr>
              <a:defRPr sz="975" b="1">
                <a:solidFill>
                  <a:srgbClr val="FF781C"/>
                </a:solidFill>
                <a:latin typeface="Arial"/>
                <a:ea typeface="Arial"/>
                <a:cs typeface="Arial"/>
              </a:defRPr>
            </a:lvl3pPr>
            <a:lvl4pPr>
              <a:defRPr sz="975" b="1">
                <a:solidFill>
                  <a:srgbClr val="FF781C"/>
                </a:solidFill>
                <a:latin typeface="Arial"/>
                <a:ea typeface="Arial"/>
                <a:cs typeface="Arial"/>
              </a:defRPr>
            </a:lvl4pPr>
            <a:lvl5pPr>
              <a:defRPr sz="975" b="1">
                <a:solidFill>
                  <a:srgbClr val="FF781C"/>
                </a:solidFill>
                <a:latin typeface="Arial"/>
                <a:ea typeface="Arial"/>
                <a:cs typeface="Arial"/>
              </a:defRPr>
            </a:lvl5pPr>
            <a:lvl6pPr>
              <a:defRPr sz="975" b="1">
                <a:solidFill>
                  <a:srgbClr val="FF781C"/>
                </a:solidFill>
                <a:latin typeface="Arial"/>
                <a:ea typeface="Arial"/>
                <a:cs typeface="Arial"/>
              </a:defRPr>
            </a:lvl6pPr>
            <a:lvl7pPr>
              <a:defRPr sz="975" b="1">
                <a:solidFill>
                  <a:srgbClr val="FF781C"/>
                </a:solidFill>
                <a:latin typeface="Arial"/>
                <a:ea typeface="Arial"/>
                <a:cs typeface="Arial"/>
              </a:defRPr>
            </a:lvl7pPr>
            <a:lvl8pPr>
              <a:defRPr sz="975" b="1">
                <a:solidFill>
                  <a:srgbClr val="FF781C"/>
                </a:solidFill>
                <a:latin typeface="Arial"/>
                <a:ea typeface="Arial"/>
                <a:cs typeface="Arial"/>
              </a:defRPr>
            </a:lvl8pPr>
            <a:lvl9pPr>
              <a:defRPr sz="975" b="1">
                <a:solidFill>
                  <a:srgbClr val="FF781C"/>
                </a:solidFill>
                <a:latin typeface="Arial"/>
                <a:ea typeface="Arial"/>
                <a:cs typeface="Arial"/>
              </a:defRPr>
            </a:lvl9pPr>
          </a:lstStyle>
          <a:p xmlns:a="http://schemas.openxmlformats.org/drawingml/2006/main">
            <a:pPr>
              <a:defRPr sz="975" b="1">
                <a:solidFill>
                  <a:srgbClr val="FF781C"/>
                </a:solidFill>
                <a:latin typeface="Arial"/>
                <a:ea typeface="Arial"/>
                <a:cs typeface="Arial"/>
              </a:defRPr>
            </a:pPr>
            <a:r>
              <a:rPr sz="975" b="1">
                <a:solidFill>
                  <a:srgbClr val="FF781C"/>
                </a:solidFill>
                <a:latin typeface="Arial"/>
                <a:ea typeface="Arial"/>
                <a:cs typeface="Arial"/>
              </a:rPr>
              <a:t>UM UNIVERSO ORIGINAL</a:t>
            </a:r>
          </a:p>
        </p:txBody>
      </p:sp>
      <p:sp>
        <p:nvSpPr>
          <p:cNvPr id="7" name="text-37">
            <a:extLst xmlns:a="http://schemas.openxmlformats.org/drawingml/2006/main">
              <a:ext uri="{FF2B5EF4-FFF2-40B4-BE49-F238E27FC236}">
                <a16:creationId xmlns:a16="http://schemas.microsoft.com/office/drawing/2014/main" id="{6DF3F46F-2532-4AAD-BD19-38271C07BF8A}"/>
              </a:ext>
            </a:extLst>
          </p:cNvPr>
          <p:cNvSpPr>
            <a:spLocks xmlns:a="http://schemas.openxmlformats.org/drawingml/2006/main" noGrp="1"/>
          </p:cNvSpPr>
          <p:nvPr/>
        </p:nvSpPr>
        <p:spPr>
          <a:xfrm xmlns:a="http://schemas.openxmlformats.org/drawingml/2006/main">
            <a:off x="571500" y="2133600"/>
            <a:ext cx="5048250" cy="1381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175" b="0">
                <a:solidFill>
                  <a:srgbClr val="FFF5E7"/>
                </a:solidFill>
                <a:latin typeface="Georgia"/>
                <a:ea typeface="Georgia"/>
                <a:cs typeface="Georgia"/>
              </a:defRPr>
            </a:defPPr>
            <a:lvl1pPr>
              <a:defRPr sz="2175" b="0">
                <a:solidFill>
                  <a:srgbClr val="FFF5E7"/>
                </a:solidFill>
                <a:latin typeface="Georgia"/>
                <a:ea typeface="Georgia"/>
                <a:cs typeface="Georgia"/>
              </a:defRPr>
            </a:lvl1pPr>
            <a:lvl2pPr>
              <a:defRPr sz="2175" b="0">
                <a:solidFill>
                  <a:srgbClr val="FFF5E7"/>
                </a:solidFill>
                <a:latin typeface="Georgia"/>
                <a:ea typeface="Georgia"/>
                <a:cs typeface="Georgia"/>
              </a:defRPr>
            </a:lvl2pPr>
            <a:lvl3pPr>
              <a:defRPr sz="2175" b="0">
                <a:solidFill>
                  <a:srgbClr val="FFF5E7"/>
                </a:solidFill>
                <a:latin typeface="Georgia"/>
                <a:ea typeface="Georgia"/>
                <a:cs typeface="Georgia"/>
              </a:defRPr>
            </a:lvl3pPr>
            <a:lvl4pPr>
              <a:defRPr sz="2175" b="0">
                <a:solidFill>
                  <a:srgbClr val="FFF5E7"/>
                </a:solidFill>
                <a:latin typeface="Georgia"/>
                <a:ea typeface="Georgia"/>
                <a:cs typeface="Georgia"/>
              </a:defRPr>
            </a:lvl4pPr>
            <a:lvl5pPr>
              <a:defRPr sz="2175" b="0">
                <a:solidFill>
                  <a:srgbClr val="FFF5E7"/>
                </a:solidFill>
                <a:latin typeface="Georgia"/>
                <a:ea typeface="Georgia"/>
                <a:cs typeface="Georgia"/>
              </a:defRPr>
            </a:lvl5pPr>
            <a:lvl6pPr>
              <a:defRPr sz="2175" b="0">
                <a:solidFill>
                  <a:srgbClr val="FFF5E7"/>
                </a:solidFill>
                <a:latin typeface="Georgia"/>
                <a:ea typeface="Georgia"/>
                <a:cs typeface="Georgia"/>
              </a:defRPr>
            </a:lvl6pPr>
            <a:lvl7pPr>
              <a:defRPr sz="2175" b="0">
                <a:solidFill>
                  <a:srgbClr val="FFF5E7"/>
                </a:solidFill>
                <a:latin typeface="Georgia"/>
                <a:ea typeface="Georgia"/>
                <a:cs typeface="Georgia"/>
              </a:defRPr>
            </a:lvl7pPr>
            <a:lvl8pPr>
              <a:defRPr sz="2175" b="0">
                <a:solidFill>
                  <a:srgbClr val="FFF5E7"/>
                </a:solidFill>
                <a:latin typeface="Georgia"/>
                <a:ea typeface="Georgia"/>
                <a:cs typeface="Georgia"/>
              </a:defRPr>
            </a:lvl8pPr>
            <a:lvl9pPr>
              <a:defRPr sz="2175" b="0">
                <a:solidFill>
                  <a:srgbClr val="FFF5E7"/>
                </a:solidFill>
                <a:latin typeface="Georgia"/>
                <a:ea typeface="Georgia"/>
                <a:cs typeface="Georgia"/>
              </a:defRPr>
            </a:lvl9pPr>
          </a:lstStyle>
          <a:p xmlns:a="http://schemas.openxmlformats.org/drawingml/2006/main">
            <a:pPr>
              <a:defRPr sz="2175" b="0">
                <a:solidFill>
                  <a:srgbClr val="FFF5E7"/>
                </a:solidFill>
                <a:latin typeface="Georgia"/>
                <a:ea typeface="Georgia"/>
                <a:cs typeface="Georgia"/>
              </a:defRPr>
            </a:pPr>
            <a:r>
              <a:rPr sz="2175" b="0">
                <a:solidFill>
                  <a:srgbClr val="FFF5E7"/>
                </a:solidFill>
                <a:latin typeface="Georgia"/>
                <a:ea typeface="Georgia"/>
                <a:cs typeface="Georgia"/>
              </a:rPr>
              <a:t>Projeto de lore e worldbuilding para RPG de mesa, em construção há três anos: um mundo draconiano de conflitos, relações LGBTQIAPN+ e artefatos fantásticos.</a:t>
            </a:r>
          </a:p>
        </p:txBody>
      </p:sp>
      <p:sp>
        <p:nvSpPr>
          <p:cNvPr id="8" name="text-38">
            <a:extLst xmlns:a="http://schemas.openxmlformats.org/drawingml/2006/main">
              <a:ext uri="{FF2B5EF4-FFF2-40B4-BE49-F238E27FC236}">
                <a16:creationId xmlns:a16="http://schemas.microsoft.com/office/drawing/2014/main" id="{C6F1BE4C-1012-40F1-93AF-004767AAD3F7}"/>
              </a:ext>
            </a:extLst>
          </p:cNvPr>
          <p:cNvSpPr>
            <a:spLocks xmlns:a="http://schemas.openxmlformats.org/drawingml/2006/main" noGrp="1"/>
          </p:cNvSpPr>
          <p:nvPr/>
        </p:nvSpPr>
        <p:spPr>
          <a:xfrm xmlns:a="http://schemas.openxmlformats.org/drawingml/2006/main">
            <a:off x="571500" y="3800475"/>
            <a:ext cx="5048250" cy="1076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650" b="0">
                <a:solidFill>
                  <a:srgbClr val="E8DFD7"/>
                </a:solidFill>
                <a:latin typeface="Arial"/>
                <a:ea typeface="Arial"/>
                <a:cs typeface="Arial"/>
              </a:defRPr>
            </a:defPPr>
            <a:lvl1pPr>
              <a:defRPr sz="1650" b="0">
                <a:solidFill>
                  <a:srgbClr val="E8DFD7"/>
                </a:solidFill>
                <a:latin typeface="Arial"/>
                <a:ea typeface="Arial"/>
                <a:cs typeface="Arial"/>
              </a:defRPr>
            </a:lvl1pPr>
            <a:lvl2pPr>
              <a:defRPr sz="1650" b="0">
                <a:solidFill>
                  <a:srgbClr val="E8DFD7"/>
                </a:solidFill>
                <a:latin typeface="Arial"/>
                <a:ea typeface="Arial"/>
                <a:cs typeface="Arial"/>
              </a:defRPr>
            </a:lvl2pPr>
            <a:lvl3pPr>
              <a:defRPr sz="1650" b="0">
                <a:solidFill>
                  <a:srgbClr val="E8DFD7"/>
                </a:solidFill>
                <a:latin typeface="Arial"/>
                <a:ea typeface="Arial"/>
                <a:cs typeface="Arial"/>
              </a:defRPr>
            </a:lvl3pPr>
            <a:lvl4pPr>
              <a:defRPr sz="1650" b="0">
                <a:solidFill>
                  <a:srgbClr val="E8DFD7"/>
                </a:solidFill>
                <a:latin typeface="Arial"/>
                <a:ea typeface="Arial"/>
                <a:cs typeface="Arial"/>
              </a:defRPr>
            </a:lvl4pPr>
            <a:lvl5pPr>
              <a:defRPr sz="1650" b="0">
                <a:solidFill>
                  <a:srgbClr val="E8DFD7"/>
                </a:solidFill>
                <a:latin typeface="Arial"/>
                <a:ea typeface="Arial"/>
                <a:cs typeface="Arial"/>
              </a:defRPr>
            </a:lvl5pPr>
            <a:lvl6pPr>
              <a:defRPr sz="1650" b="0">
                <a:solidFill>
                  <a:srgbClr val="E8DFD7"/>
                </a:solidFill>
                <a:latin typeface="Arial"/>
                <a:ea typeface="Arial"/>
                <a:cs typeface="Arial"/>
              </a:defRPr>
            </a:lvl6pPr>
            <a:lvl7pPr>
              <a:defRPr sz="1650" b="0">
                <a:solidFill>
                  <a:srgbClr val="E8DFD7"/>
                </a:solidFill>
                <a:latin typeface="Arial"/>
                <a:ea typeface="Arial"/>
                <a:cs typeface="Arial"/>
              </a:defRPr>
            </a:lvl7pPr>
            <a:lvl8pPr>
              <a:defRPr sz="1650" b="0">
                <a:solidFill>
                  <a:srgbClr val="E8DFD7"/>
                </a:solidFill>
                <a:latin typeface="Arial"/>
                <a:ea typeface="Arial"/>
                <a:cs typeface="Arial"/>
              </a:defRPr>
            </a:lvl8pPr>
            <a:lvl9pPr>
              <a:defRPr sz="1650" b="0">
                <a:solidFill>
                  <a:srgbClr val="E8DFD7"/>
                </a:solidFill>
                <a:latin typeface="Arial"/>
                <a:ea typeface="Arial"/>
                <a:cs typeface="Arial"/>
              </a:defRPr>
            </a:lvl9pPr>
          </a:lstStyle>
          <a:p xmlns:a="http://schemas.openxmlformats.org/drawingml/2006/main">
            <a:pPr>
              <a:defRPr sz="1650" b="0">
                <a:solidFill>
                  <a:srgbClr val="E8DFD7"/>
                </a:solidFill>
                <a:latin typeface="Arial"/>
                <a:ea typeface="Arial"/>
                <a:cs typeface="Arial"/>
              </a:defRPr>
            </a:pPr>
            <a:r>
              <a:rPr sz="1650" b="0">
                <a:solidFill>
                  <a:srgbClr val="E8DFD7"/>
                </a:solidFill>
                <a:latin typeface="Arial"/>
                <a:ea typeface="Arial"/>
                <a:cs typeface="Arial"/>
              </a:rPr>
              <a:t>Apoiadores participam pelo Patreon e recebem kits com itens físicos do universo e sketches originais dos seus próprios OCs.</a:t>
            </a:r>
          </a:p>
        </p:txBody>
      </p:sp>
      <p:sp>
        <p:nvSpPr>
          <p:cNvPr id="9" name="text-39">
            <a:extLst xmlns:a="http://schemas.openxmlformats.org/drawingml/2006/main">
              <a:ext uri="{FF2B5EF4-FFF2-40B4-BE49-F238E27FC236}">
                <a16:creationId xmlns:a16="http://schemas.microsoft.com/office/drawing/2014/main" id="{4229E0C3-A710-4C35-8424-93ED218DBD4E}"/>
              </a:ext>
            </a:extLst>
          </p:cNvPr>
          <p:cNvSpPr>
            <a:spLocks xmlns:a="http://schemas.openxmlformats.org/drawingml/2006/main" noGrp="1"/>
          </p:cNvSpPr>
          <p:nvPr/>
        </p:nvSpPr>
        <p:spPr>
          <a:xfrm xmlns:a="http://schemas.openxmlformats.org/drawingml/2006/main">
            <a:off x="571500" y="5248275"/>
            <a:ext cx="4333875"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FF781C"/>
                </a:solidFill>
                <a:latin typeface="Arial"/>
                <a:ea typeface="Arial"/>
                <a:cs typeface="Arial"/>
              </a:defRPr>
            </a:defPPr>
            <a:lvl1pPr>
              <a:defRPr sz="1725" b="0">
                <a:solidFill>
                  <a:srgbClr val="FF781C"/>
                </a:solidFill>
                <a:latin typeface="Arial"/>
                <a:ea typeface="Arial"/>
                <a:cs typeface="Arial"/>
              </a:defRPr>
            </a:lvl1pPr>
            <a:lvl2pPr>
              <a:defRPr sz="1725" b="0">
                <a:solidFill>
                  <a:srgbClr val="FF781C"/>
                </a:solidFill>
                <a:latin typeface="Arial"/>
                <a:ea typeface="Arial"/>
                <a:cs typeface="Arial"/>
              </a:defRPr>
            </a:lvl2pPr>
            <a:lvl3pPr>
              <a:defRPr sz="1725" b="0">
                <a:solidFill>
                  <a:srgbClr val="FF781C"/>
                </a:solidFill>
                <a:latin typeface="Arial"/>
                <a:ea typeface="Arial"/>
                <a:cs typeface="Arial"/>
              </a:defRPr>
            </a:lvl3pPr>
            <a:lvl4pPr>
              <a:defRPr sz="1725" b="0">
                <a:solidFill>
                  <a:srgbClr val="FF781C"/>
                </a:solidFill>
                <a:latin typeface="Arial"/>
                <a:ea typeface="Arial"/>
                <a:cs typeface="Arial"/>
              </a:defRPr>
            </a:lvl4pPr>
            <a:lvl5pPr>
              <a:defRPr sz="1725" b="0">
                <a:solidFill>
                  <a:srgbClr val="FF781C"/>
                </a:solidFill>
                <a:latin typeface="Arial"/>
                <a:ea typeface="Arial"/>
                <a:cs typeface="Arial"/>
              </a:defRPr>
            </a:lvl5pPr>
            <a:lvl6pPr>
              <a:defRPr sz="1725" b="0">
                <a:solidFill>
                  <a:srgbClr val="FF781C"/>
                </a:solidFill>
                <a:latin typeface="Arial"/>
                <a:ea typeface="Arial"/>
                <a:cs typeface="Arial"/>
              </a:defRPr>
            </a:lvl6pPr>
            <a:lvl7pPr>
              <a:defRPr sz="1725" b="0">
                <a:solidFill>
                  <a:srgbClr val="FF781C"/>
                </a:solidFill>
                <a:latin typeface="Arial"/>
                <a:ea typeface="Arial"/>
                <a:cs typeface="Arial"/>
              </a:defRPr>
            </a:lvl7pPr>
            <a:lvl8pPr>
              <a:defRPr sz="1725" b="0">
                <a:solidFill>
                  <a:srgbClr val="FF781C"/>
                </a:solidFill>
                <a:latin typeface="Arial"/>
                <a:ea typeface="Arial"/>
                <a:cs typeface="Arial"/>
              </a:defRPr>
            </a:lvl8pPr>
            <a:lvl9pPr>
              <a:defRPr sz="1725" b="0">
                <a:solidFill>
                  <a:srgbClr val="FF781C"/>
                </a:solidFill>
                <a:latin typeface="Arial"/>
                <a:ea typeface="Arial"/>
                <a:cs typeface="Arial"/>
              </a:defRPr>
            </a:lvl9pPr>
          </a:lstStyle>
          <a:p xmlns:a="http://schemas.openxmlformats.org/drawingml/2006/main">
            <a:pPr>
              <a:defRPr sz="1725" b="0">
                <a:solidFill>
                  <a:srgbClr val="FF781C"/>
                </a:solidFill>
                <a:latin typeface="Arial"/>
                <a:ea typeface="Arial"/>
                <a:cs typeface="Arial"/>
              </a:defRPr>
            </a:pPr>
            <a:r>
              <a:rPr sz="1725" b="0">
                <a:solidFill>
                  <a:srgbClr val="FF781C"/>
                </a:solidFill>
                <a:latin typeface="Arial"/>
                <a:ea typeface="Arial"/>
                <a:cs typeface="Arial"/>
              </a:rPr>
              <a:t>patreon.com/giums</a:t>
            </a:r>
          </a:p>
        </p:txBody>
      </p:sp>
      <p:sp>
        <p:nvSpPr>
          <p:cNvPr id="10" name="rule-40">
            <a:extLst xmlns:a="http://schemas.openxmlformats.org/drawingml/2006/main">
              <a:ext uri="{FF2B5EF4-FFF2-40B4-BE49-F238E27FC236}">
                <a16:creationId xmlns:a16="http://schemas.microsoft.com/office/drawing/2014/main" id="{71D9BF8D-16A4-4E6E-9B54-DEE022D41B91}"/>
              </a:ext>
            </a:extLst>
          </p:cNvPr>
          <p:cNvSpPr>
            <a:spLocks xmlns:a="http://schemas.openxmlformats.org/drawingml/2006/main" noGrp="1"/>
          </p:cNvSpPr>
          <p:nvPr/>
        </p:nvSpPr>
        <p:spPr>
          <a:xfrm xmlns:a="http://schemas.openxmlformats.org/drawingml/2006/main">
            <a:off x="571500" y="5600700"/>
            <a:ext cx="2085594" cy="9525"/>
          </a:xfrm>
          <a:prstGeom xmlns:a="http://schemas.openxmlformats.org/drawingml/2006/main" prst="rect">
            <a:avLst/>
          </a:prstGeom>
          <a:solidFill xmlns:a="http://schemas.openxmlformats.org/drawingml/2006/main">
            <a:srgbClr val="FF781C"/>
          </a:solidFill>
          <a:ln xmlns:a="http://schemas.openxmlformats.org/drawingml/2006/main" w="0">
            <a:noFill/>
          </a:ln>
        </p:spPr>
      </p:sp>
      <p:sp>
        <p:nvSpPr>
          <p:cNvPr id="11" name="hotspot-1">
            <a:extLst xmlns:a="http://schemas.openxmlformats.org/drawingml/2006/main">
              <a:ext uri="{FF2B5EF4-FFF2-40B4-BE49-F238E27FC236}">
                <a16:creationId xmlns:a16="http://schemas.microsoft.com/office/drawing/2014/main" id="{E5B2CD23-89F3-4707-904D-72850A183209}"/>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571500" y="5248275"/>
            <a:ext cx="4333875"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pic>
        <p:nvPicPr>
          <p:cNvPr id="12" name="">
            <a:extLst xmlns:a="http://schemas.openxmlformats.org/drawingml/2006/main">
              <a:ext uri="{FF2B5EF4-FFF2-40B4-BE49-F238E27FC236}">
                <a16:creationId xmlns:a16="http://schemas.microsoft.com/office/drawing/2014/main" id="{CF566F91-BCED-4B0B-8DFD-76EAFC02CC85}"/>
              </a:ext>
            </a:extLst>
          </p:cNvPr>
          <p:cNvPicPr>
            <a:picLocks xmlns:a="http://schemas.openxmlformats.org/drawingml/2006/main" noChangeAspect="1"/>
          </p:cNvPicPr>
          <p:nvPr/>
        </p:nvPicPr>
        <p:blipFill>
          <a:blip xmlns:r="http://schemas.openxmlformats.org/officeDocument/2006/relationships" xmlns:a="http://schemas.openxmlformats.org/drawingml/2006/main" r:embed="R8eb66d399ec246a6"/>
          <a:srcRect xmlns:a="http://schemas.openxmlformats.org/drawingml/2006/main" l="16053" t="0" r="16053" b="0"/>
          <a:stretch xmlns:a="http://schemas.openxmlformats.org/drawingml/2006/main">
            <a:fillRect l="0" t="0" r="0" b="0"/>
          </a:stretch>
        </p:blipFill>
        <p:spPr>
          <a:xfrm xmlns:a="http://schemas.openxmlformats.org/drawingml/2006/main">
            <a:off x="6115050" y="1752600"/>
            <a:ext cx="1638300" cy="3619500"/>
          </a:xfrm>
          <a:prstGeom xmlns:a="http://schemas.openxmlformats.org/drawingml/2006/main" prst="rect">
            <a:avLst/>
          </a:prstGeom>
        </p:spPr>
      </p:pic>
      <p:pic>
        <p:nvPicPr>
          <p:cNvPr id="13" name="">
            <a:extLst xmlns:a="http://schemas.openxmlformats.org/drawingml/2006/main">
              <a:ext uri="{FF2B5EF4-FFF2-40B4-BE49-F238E27FC236}">
                <a16:creationId xmlns:a16="http://schemas.microsoft.com/office/drawing/2014/main" id="{889F8F87-5C84-45D1-815A-4DBE2DA62BB7}"/>
              </a:ext>
            </a:extLst>
          </p:cNvPr>
          <p:cNvPicPr>
            <a:picLocks xmlns:a="http://schemas.openxmlformats.org/drawingml/2006/main" noChangeAspect="1"/>
          </p:cNvPicPr>
          <p:nvPr/>
        </p:nvPicPr>
        <p:blipFill>
          <a:blip xmlns:r="http://schemas.openxmlformats.org/officeDocument/2006/relationships" xmlns:a="http://schemas.openxmlformats.org/drawingml/2006/main" r:embed="R2d8db7dec3764d01"/>
          <a:srcRect xmlns:a="http://schemas.openxmlformats.org/drawingml/2006/main" l="16053" t="0" r="16053" b="0"/>
          <a:stretch xmlns:a="http://schemas.openxmlformats.org/drawingml/2006/main">
            <a:fillRect l="0" t="0" r="0" b="0"/>
          </a:stretch>
        </p:blipFill>
        <p:spPr>
          <a:xfrm xmlns:a="http://schemas.openxmlformats.org/drawingml/2006/main">
            <a:off x="7972425" y="2076450"/>
            <a:ext cx="1638300" cy="3619500"/>
          </a:xfrm>
          <a:prstGeom xmlns:a="http://schemas.openxmlformats.org/drawingml/2006/main" prst="rect">
            <a:avLst/>
          </a:prstGeom>
        </p:spPr>
      </p:pic>
      <p:pic>
        <p:nvPicPr>
          <p:cNvPr id="14" name="">
            <a:extLst xmlns:a="http://schemas.openxmlformats.org/drawingml/2006/main">
              <a:ext uri="{FF2B5EF4-FFF2-40B4-BE49-F238E27FC236}">
                <a16:creationId xmlns:a16="http://schemas.microsoft.com/office/drawing/2014/main" id="{F79D0733-8773-4951-A3BC-115E7A9A7454}"/>
              </a:ext>
            </a:extLst>
          </p:cNvPr>
          <p:cNvPicPr>
            <a:picLocks xmlns:a="http://schemas.openxmlformats.org/drawingml/2006/main" noChangeAspect="1"/>
          </p:cNvPicPr>
          <p:nvPr/>
        </p:nvPicPr>
        <p:blipFill>
          <a:blip xmlns:r="http://schemas.openxmlformats.org/officeDocument/2006/relationships" xmlns:a="http://schemas.openxmlformats.org/drawingml/2006/main" r:embed="Ra9a98e56110e49d0"/>
          <a:srcRect xmlns:a="http://schemas.openxmlformats.org/drawingml/2006/main" l="16053" t="0" r="16053" b="0"/>
          <a:stretch xmlns:a="http://schemas.openxmlformats.org/drawingml/2006/main">
            <a:fillRect l="0" t="0" r="0" b="0"/>
          </a:stretch>
        </p:blipFill>
        <p:spPr>
          <a:xfrm xmlns:a="http://schemas.openxmlformats.org/drawingml/2006/main">
            <a:off x="9829800" y="1819275"/>
            <a:ext cx="1638300" cy="3619500"/>
          </a:xfrm>
          <a:prstGeom xmlns:a="http://schemas.openxmlformats.org/drawingml/2006/main" prst="rect">
            <a:avLst/>
          </a:prstGeom>
        </p:spPr>
      </p:pic>
    </p:spTree>
    <p:extLst>
      <p:ext uri="{BB962C8B-B14F-4D97-AF65-F5344CB8AC3E}">
        <p14:creationId xmlns:p14="http://schemas.microsoft.com/office/powerpoint/2010/main" val="726699112"/>
      </p:ext>
    </p:extLst>
  </p:cSld>
</p:sld>
</file>

<file path=ppt/slides/slide4.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53" name="text-42">
            <a:extLst xmlns:a="http://schemas.openxmlformats.org/drawingml/2006/main">
              <a:ext uri="{FF2B5EF4-FFF2-40B4-BE49-F238E27FC236}">
                <a16:creationId xmlns:a16="http://schemas.microsoft.com/office/drawing/2014/main" id="{091A5531-7416-4BEC-A109-B9B6DE20C0EA}"/>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43">
            <a:extLst xmlns:a="http://schemas.openxmlformats.org/drawingml/2006/main">
              <a:ext uri="{FF2B5EF4-FFF2-40B4-BE49-F238E27FC236}">
                <a16:creationId xmlns:a16="http://schemas.microsoft.com/office/drawing/2014/main" id="{EA3E65AE-375A-4BF5-B265-DA16FB0C9F9B}"/>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44">
            <a:extLst xmlns:a="http://schemas.openxmlformats.org/drawingml/2006/main">
              <a:ext uri="{FF2B5EF4-FFF2-40B4-BE49-F238E27FC236}">
                <a16:creationId xmlns:a16="http://schemas.microsoft.com/office/drawing/2014/main" id="{021A0DB8-03C5-4372-8C12-EE52470E8C6D}"/>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45">
            <a:extLst xmlns:a="http://schemas.openxmlformats.org/drawingml/2006/main">
              <a:ext uri="{FF2B5EF4-FFF2-40B4-BE49-F238E27FC236}">
                <a16:creationId xmlns:a16="http://schemas.microsoft.com/office/drawing/2014/main" id="{C5C5814E-B060-4328-92DE-697647889B06}"/>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Audiência &amp; alcance</a:t>
            </a:r>
          </a:p>
        </p:txBody>
      </p:sp>
      <p:sp>
        <p:nvSpPr>
          <p:cNvPr id="5" name="text-46">
            <a:extLst xmlns:a="http://schemas.openxmlformats.org/drawingml/2006/main">
              <a:ext uri="{FF2B5EF4-FFF2-40B4-BE49-F238E27FC236}">
                <a16:creationId xmlns:a16="http://schemas.microsoft.com/office/drawing/2014/main" id="{991EC097-D831-4247-A83B-8C7B5CE1EF21}"/>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4 / 6</a:t>
            </a:r>
          </a:p>
        </p:txBody>
      </p:sp>
      <p:sp>
        <p:nvSpPr>
          <p:cNvPr id="6" name="text-47">
            <a:extLst xmlns:a="http://schemas.openxmlformats.org/drawingml/2006/main">
              <a:ext uri="{FF2B5EF4-FFF2-40B4-BE49-F238E27FC236}">
                <a16:creationId xmlns:a16="http://schemas.microsoft.com/office/drawing/2014/main" id="{A7BB2628-440E-4F49-BF7E-8C0689861B34}"/>
              </a:ext>
            </a:extLst>
          </p:cNvPr>
          <p:cNvSpPr>
            <a:spLocks xmlns:a="http://schemas.openxmlformats.org/drawingml/2006/main" noGrp="1"/>
          </p:cNvSpPr>
          <p:nvPr/>
        </p:nvSpPr>
        <p:spPr>
          <a:xfrm xmlns:a="http://schemas.openxmlformats.org/drawingml/2006/main">
            <a:off x="8258175" y="1114425"/>
            <a:ext cx="3333750"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Números de out/2026.</a:t>
            </a:r>
          </a:p>
        </p:txBody>
      </p:sp>
      <p:sp>
        <p:nvSpPr>
          <p:cNvPr id="7" name="text-48">
            <a:extLst xmlns:a="http://schemas.openxmlformats.org/drawingml/2006/main">
              <a:ext uri="{FF2B5EF4-FFF2-40B4-BE49-F238E27FC236}">
                <a16:creationId xmlns:a16="http://schemas.microsoft.com/office/drawing/2014/main" id="{5B0D6537-BB31-476D-9944-2FCB809A94D9}"/>
              </a:ext>
            </a:extLst>
          </p:cNvPr>
          <p:cNvSpPr>
            <a:spLocks xmlns:a="http://schemas.openxmlformats.org/drawingml/2006/main" noGrp="1"/>
          </p:cNvSpPr>
          <p:nvPr/>
        </p:nvSpPr>
        <p:spPr>
          <a:xfrm xmlns:a="http://schemas.openxmlformats.org/drawingml/2006/main">
            <a:off x="571500" y="1762125"/>
            <a:ext cx="3238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INSTAGRAM</a:t>
            </a:r>
          </a:p>
        </p:txBody>
      </p:sp>
      <p:sp>
        <p:nvSpPr>
          <p:cNvPr id="8" name="text-49">
            <a:extLst xmlns:a="http://schemas.openxmlformats.org/drawingml/2006/main">
              <a:ext uri="{FF2B5EF4-FFF2-40B4-BE49-F238E27FC236}">
                <a16:creationId xmlns:a16="http://schemas.microsoft.com/office/drawing/2014/main" id="{38A80171-249E-46FE-AAD3-4B643882D8E8}"/>
              </a:ext>
            </a:extLst>
          </p:cNvPr>
          <p:cNvSpPr>
            <a:spLocks xmlns:a="http://schemas.openxmlformats.org/drawingml/2006/main" noGrp="1"/>
          </p:cNvSpPr>
          <p:nvPr/>
        </p:nvSpPr>
        <p:spPr>
          <a:xfrm xmlns:a="http://schemas.openxmlformats.org/drawingml/2006/main">
            <a:off x="571500" y="2028825"/>
            <a:ext cx="29527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5025" b="0">
                <a:solidFill>
                  <a:srgbClr val="C2142F"/>
                </a:solidFill>
                <a:latin typeface="Georgia"/>
                <a:ea typeface="Georgia"/>
                <a:cs typeface="Georgia"/>
              </a:defRPr>
            </a:defPPr>
            <a:lvl1pPr>
              <a:defRPr sz="5025" b="0">
                <a:solidFill>
                  <a:srgbClr val="C2142F"/>
                </a:solidFill>
                <a:latin typeface="Georgia"/>
                <a:ea typeface="Georgia"/>
                <a:cs typeface="Georgia"/>
              </a:defRPr>
            </a:lvl1pPr>
            <a:lvl2pPr>
              <a:defRPr sz="5025" b="0">
                <a:solidFill>
                  <a:srgbClr val="C2142F"/>
                </a:solidFill>
                <a:latin typeface="Georgia"/>
                <a:ea typeface="Georgia"/>
                <a:cs typeface="Georgia"/>
              </a:defRPr>
            </a:lvl2pPr>
            <a:lvl3pPr>
              <a:defRPr sz="5025" b="0">
                <a:solidFill>
                  <a:srgbClr val="C2142F"/>
                </a:solidFill>
                <a:latin typeface="Georgia"/>
                <a:ea typeface="Georgia"/>
                <a:cs typeface="Georgia"/>
              </a:defRPr>
            </a:lvl3pPr>
            <a:lvl4pPr>
              <a:defRPr sz="5025" b="0">
                <a:solidFill>
                  <a:srgbClr val="C2142F"/>
                </a:solidFill>
                <a:latin typeface="Georgia"/>
                <a:ea typeface="Georgia"/>
                <a:cs typeface="Georgia"/>
              </a:defRPr>
            </a:lvl4pPr>
            <a:lvl5pPr>
              <a:defRPr sz="5025" b="0">
                <a:solidFill>
                  <a:srgbClr val="C2142F"/>
                </a:solidFill>
                <a:latin typeface="Georgia"/>
                <a:ea typeface="Georgia"/>
                <a:cs typeface="Georgia"/>
              </a:defRPr>
            </a:lvl5pPr>
            <a:lvl6pPr>
              <a:defRPr sz="5025" b="0">
                <a:solidFill>
                  <a:srgbClr val="C2142F"/>
                </a:solidFill>
                <a:latin typeface="Georgia"/>
                <a:ea typeface="Georgia"/>
                <a:cs typeface="Georgia"/>
              </a:defRPr>
            </a:lvl6pPr>
            <a:lvl7pPr>
              <a:defRPr sz="5025" b="0">
                <a:solidFill>
                  <a:srgbClr val="C2142F"/>
                </a:solidFill>
                <a:latin typeface="Georgia"/>
                <a:ea typeface="Georgia"/>
                <a:cs typeface="Georgia"/>
              </a:defRPr>
            </a:lvl7pPr>
            <a:lvl8pPr>
              <a:defRPr sz="5025" b="0">
                <a:solidFill>
                  <a:srgbClr val="C2142F"/>
                </a:solidFill>
                <a:latin typeface="Georgia"/>
                <a:ea typeface="Georgia"/>
                <a:cs typeface="Georgia"/>
              </a:defRPr>
            </a:lvl8pPr>
            <a:lvl9pPr>
              <a:defRPr sz="5025" b="0">
                <a:solidFill>
                  <a:srgbClr val="C2142F"/>
                </a:solidFill>
                <a:latin typeface="Georgia"/>
                <a:ea typeface="Georgia"/>
                <a:cs typeface="Georgia"/>
              </a:defRPr>
            </a:lvl9pPr>
          </a:lstStyle>
          <a:p xmlns:a="http://schemas.openxmlformats.org/drawingml/2006/main">
            <a:pPr>
              <a:defRPr sz="5025" b="0">
                <a:solidFill>
                  <a:srgbClr val="C2142F"/>
                </a:solidFill>
                <a:latin typeface="Georgia"/>
                <a:ea typeface="Georgia"/>
                <a:cs typeface="Georgia"/>
              </a:defRPr>
            </a:pPr>
            <a:r>
              <a:rPr sz="5025" b="0">
                <a:solidFill>
                  <a:srgbClr val="C2142F"/>
                </a:solidFill>
                <a:latin typeface="Georgia"/>
                <a:ea typeface="Georgia"/>
                <a:cs typeface="Georgia"/>
              </a:rPr>
              <a:t>16.4K</a:t>
            </a:r>
          </a:p>
        </p:txBody>
      </p:sp>
      <p:sp>
        <p:nvSpPr>
          <p:cNvPr id="9" name="text-50">
            <a:extLst xmlns:a="http://schemas.openxmlformats.org/drawingml/2006/main">
              <a:ext uri="{FF2B5EF4-FFF2-40B4-BE49-F238E27FC236}">
                <a16:creationId xmlns:a16="http://schemas.microsoft.com/office/drawing/2014/main" id="{E4B1D52D-2CD3-4D47-91BB-4F54471BEA67}"/>
              </a:ext>
            </a:extLst>
          </p:cNvPr>
          <p:cNvSpPr>
            <a:spLocks xmlns:a="http://schemas.openxmlformats.org/drawingml/2006/main" noGrp="1"/>
          </p:cNvSpPr>
          <p:nvPr/>
        </p:nvSpPr>
        <p:spPr>
          <a:xfrm xmlns:a="http://schemas.openxmlformats.org/drawingml/2006/main">
            <a:off x="571500" y="2809875"/>
            <a:ext cx="2952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seguidores</a:t>
            </a:r>
          </a:p>
        </p:txBody>
      </p:sp>
      <p:sp>
        <p:nvSpPr>
          <p:cNvPr id="10" name="text-51">
            <a:extLst xmlns:a="http://schemas.openxmlformats.org/drawingml/2006/main">
              <a:ext uri="{FF2B5EF4-FFF2-40B4-BE49-F238E27FC236}">
                <a16:creationId xmlns:a16="http://schemas.microsoft.com/office/drawing/2014/main" id="{E907B996-E959-4F0D-AC11-808ADFBCA864}"/>
              </a:ext>
            </a:extLst>
          </p:cNvPr>
          <p:cNvSpPr>
            <a:spLocks xmlns:a="http://schemas.openxmlformats.org/drawingml/2006/main" noGrp="1"/>
          </p:cNvSpPr>
          <p:nvPr/>
        </p:nvSpPr>
        <p:spPr>
          <a:xfrm xmlns:a="http://schemas.openxmlformats.org/drawingml/2006/main">
            <a:off x="3619500" y="2124075"/>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0">
                <a:solidFill>
                  <a:srgbClr val="0D0B10"/>
                </a:solidFill>
                <a:latin typeface="Georgia"/>
                <a:ea typeface="Georgia"/>
                <a:cs typeface="Georgia"/>
              </a:defRPr>
            </a:defPPr>
            <a:lvl1pPr>
              <a:defRPr sz="3225" b="0">
                <a:solidFill>
                  <a:srgbClr val="0D0B10"/>
                </a:solidFill>
                <a:latin typeface="Georgia"/>
                <a:ea typeface="Georgia"/>
                <a:cs typeface="Georgia"/>
              </a:defRPr>
            </a:lvl1pPr>
            <a:lvl2pPr>
              <a:defRPr sz="3225" b="0">
                <a:solidFill>
                  <a:srgbClr val="0D0B10"/>
                </a:solidFill>
                <a:latin typeface="Georgia"/>
                <a:ea typeface="Georgia"/>
                <a:cs typeface="Georgia"/>
              </a:defRPr>
            </a:lvl2pPr>
            <a:lvl3pPr>
              <a:defRPr sz="3225" b="0">
                <a:solidFill>
                  <a:srgbClr val="0D0B10"/>
                </a:solidFill>
                <a:latin typeface="Georgia"/>
                <a:ea typeface="Georgia"/>
                <a:cs typeface="Georgia"/>
              </a:defRPr>
            </a:lvl3pPr>
            <a:lvl4pPr>
              <a:defRPr sz="3225" b="0">
                <a:solidFill>
                  <a:srgbClr val="0D0B10"/>
                </a:solidFill>
                <a:latin typeface="Georgia"/>
                <a:ea typeface="Georgia"/>
                <a:cs typeface="Georgia"/>
              </a:defRPr>
            </a:lvl4pPr>
            <a:lvl5pPr>
              <a:defRPr sz="3225" b="0">
                <a:solidFill>
                  <a:srgbClr val="0D0B10"/>
                </a:solidFill>
                <a:latin typeface="Georgia"/>
                <a:ea typeface="Georgia"/>
                <a:cs typeface="Georgia"/>
              </a:defRPr>
            </a:lvl5pPr>
            <a:lvl6pPr>
              <a:defRPr sz="3225" b="0">
                <a:solidFill>
                  <a:srgbClr val="0D0B10"/>
                </a:solidFill>
                <a:latin typeface="Georgia"/>
                <a:ea typeface="Georgia"/>
                <a:cs typeface="Georgia"/>
              </a:defRPr>
            </a:lvl6pPr>
            <a:lvl7pPr>
              <a:defRPr sz="3225" b="0">
                <a:solidFill>
                  <a:srgbClr val="0D0B10"/>
                </a:solidFill>
                <a:latin typeface="Georgia"/>
                <a:ea typeface="Georgia"/>
                <a:cs typeface="Georgia"/>
              </a:defRPr>
            </a:lvl7pPr>
            <a:lvl8pPr>
              <a:defRPr sz="3225" b="0">
                <a:solidFill>
                  <a:srgbClr val="0D0B10"/>
                </a:solidFill>
                <a:latin typeface="Georgia"/>
                <a:ea typeface="Georgia"/>
                <a:cs typeface="Georgia"/>
              </a:defRPr>
            </a:lvl8pPr>
            <a:lvl9pPr>
              <a:defRPr sz="3225" b="0">
                <a:solidFill>
                  <a:srgbClr val="0D0B10"/>
                </a:solidFill>
                <a:latin typeface="Georgia"/>
                <a:ea typeface="Georgia"/>
                <a:cs typeface="Georgia"/>
              </a:defRPr>
            </a:lvl9pPr>
          </a:lstStyle>
          <a:p xmlns:a="http://schemas.openxmlformats.org/drawingml/2006/main">
            <a:pPr>
              <a:defRPr sz="3225" b="0">
                <a:solidFill>
                  <a:srgbClr val="0D0B10"/>
                </a:solidFill>
                <a:latin typeface="Georgia"/>
                <a:ea typeface="Georgia"/>
                <a:cs typeface="Georgia"/>
              </a:defRPr>
            </a:pPr>
            <a:r>
              <a:rPr sz="3225" b="0">
                <a:solidFill>
                  <a:srgbClr val="0D0B10"/>
                </a:solidFill>
                <a:latin typeface="Georgia"/>
                <a:ea typeface="Georgia"/>
                <a:cs typeface="Georgia"/>
              </a:rPr>
              <a:t>5.08%</a:t>
            </a:r>
          </a:p>
        </p:txBody>
      </p:sp>
      <p:sp>
        <p:nvSpPr>
          <p:cNvPr id="11" name="text-52">
            <a:extLst xmlns:a="http://schemas.openxmlformats.org/drawingml/2006/main">
              <a:ext uri="{FF2B5EF4-FFF2-40B4-BE49-F238E27FC236}">
                <a16:creationId xmlns:a16="http://schemas.microsoft.com/office/drawing/2014/main" id="{92C10951-1339-4B1B-94CA-658A50442167}"/>
              </a:ext>
            </a:extLst>
          </p:cNvPr>
          <p:cNvSpPr>
            <a:spLocks xmlns:a="http://schemas.openxmlformats.org/drawingml/2006/main" noGrp="1"/>
          </p:cNvSpPr>
          <p:nvPr/>
        </p:nvSpPr>
        <p:spPr>
          <a:xfrm xmlns:a="http://schemas.openxmlformats.org/drawingml/2006/main">
            <a:off x="3619500" y="2905125"/>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taxa de engajamento média</a:t>
            </a:r>
          </a:p>
        </p:txBody>
      </p:sp>
      <p:sp>
        <p:nvSpPr>
          <p:cNvPr id="12" name="text-53">
            <a:extLst xmlns:a="http://schemas.openxmlformats.org/drawingml/2006/main">
              <a:ext uri="{FF2B5EF4-FFF2-40B4-BE49-F238E27FC236}">
                <a16:creationId xmlns:a16="http://schemas.microsoft.com/office/drawing/2014/main" id="{5399AD87-E9A2-429A-9FDD-7F44272CCABF}"/>
              </a:ext>
            </a:extLst>
          </p:cNvPr>
          <p:cNvSpPr>
            <a:spLocks xmlns:a="http://schemas.openxmlformats.org/drawingml/2006/main" noGrp="1"/>
          </p:cNvSpPr>
          <p:nvPr/>
        </p:nvSpPr>
        <p:spPr>
          <a:xfrm xmlns:a="http://schemas.openxmlformats.org/drawingml/2006/main">
            <a:off x="6181725" y="2124075"/>
            <a:ext cx="24765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0">
                <a:solidFill>
                  <a:srgbClr val="0D0B10"/>
                </a:solidFill>
                <a:latin typeface="Georgia"/>
                <a:ea typeface="Georgia"/>
                <a:cs typeface="Georgia"/>
              </a:defRPr>
            </a:defPPr>
            <a:lvl1pPr>
              <a:defRPr sz="3225" b="0">
                <a:solidFill>
                  <a:srgbClr val="0D0B10"/>
                </a:solidFill>
                <a:latin typeface="Georgia"/>
                <a:ea typeface="Georgia"/>
                <a:cs typeface="Georgia"/>
              </a:defRPr>
            </a:lvl1pPr>
            <a:lvl2pPr>
              <a:defRPr sz="3225" b="0">
                <a:solidFill>
                  <a:srgbClr val="0D0B10"/>
                </a:solidFill>
                <a:latin typeface="Georgia"/>
                <a:ea typeface="Georgia"/>
                <a:cs typeface="Georgia"/>
              </a:defRPr>
            </a:lvl2pPr>
            <a:lvl3pPr>
              <a:defRPr sz="3225" b="0">
                <a:solidFill>
                  <a:srgbClr val="0D0B10"/>
                </a:solidFill>
                <a:latin typeface="Georgia"/>
                <a:ea typeface="Georgia"/>
                <a:cs typeface="Georgia"/>
              </a:defRPr>
            </a:lvl3pPr>
            <a:lvl4pPr>
              <a:defRPr sz="3225" b="0">
                <a:solidFill>
                  <a:srgbClr val="0D0B10"/>
                </a:solidFill>
                <a:latin typeface="Georgia"/>
                <a:ea typeface="Georgia"/>
                <a:cs typeface="Georgia"/>
              </a:defRPr>
            </a:lvl4pPr>
            <a:lvl5pPr>
              <a:defRPr sz="3225" b="0">
                <a:solidFill>
                  <a:srgbClr val="0D0B10"/>
                </a:solidFill>
                <a:latin typeface="Georgia"/>
                <a:ea typeface="Georgia"/>
                <a:cs typeface="Georgia"/>
              </a:defRPr>
            </a:lvl5pPr>
            <a:lvl6pPr>
              <a:defRPr sz="3225" b="0">
                <a:solidFill>
                  <a:srgbClr val="0D0B10"/>
                </a:solidFill>
                <a:latin typeface="Georgia"/>
                <a:ea typeface="Georgia"/>
                <a:cs typeface="Georgia"/>
              </a:defRPr>
            </a:lvl6pPr>
            <a:lvl7pPr>
              <a:defRPr sz="3225" b="0">
                <a:solidFill>
                  <a:srgbClr val="0D0B10"/>
                </a:solidFill>
                <a:latin typeface="Georgia"/>
                <a:ea typeface="Georgia"/>
                <a:cs typeface="Georgia"/>
              </a:defRPr>
            </a:lvl7pPr>
            <a:lvl8pPr>
              <a:defRPr sz="3225" b="0">
                <a:solidFill>
                  <a:srgbClr val="0D0B10"/>
                </a:solidFill>
                <a:latin typeface="Georgia"/>
                <a:ea typeface="Georgia"/>
                <a:cs typeface="Georgia"/>
              </a:defRPr>
            </a:lvl8pPr>
            <a:lvl9pPr>
              <a:defRPr sz="3225" b="0">
                <a:solidFill>
                  <a:srgbClr val="0D0B10"/>
                </a:solidFill>
                <a:latin typeface="Georgia"/>
                <a:ea typeface="Georgia"/>
                <a:cs typeface="Georgia"/>
              </a:defRPr>
            </a:lvl9pPr>
          </a:lstStyle>
          <a:p xmlns:a="http://schemas.openxmlformats.org/drawingml/2006/main">
            <a:pPr>
              <a:defRPr sz="3225" b="0">
                <a:solidFill>
                  <a:srgbClr val="0D0B10"/>
                </a:solidFill>
                <a:latin typeface="Georgia"/>
                <a:ea typeface="Georgia"/>
                <a:cs typeface="Georgia"/>
              </a:defRPr>
            </a:pPr>
            <a:r>
              <a:rPr sz="3225" b="0">
                <a:solidFill>
                  <a:srgbClr val="0D0B10"/>
                </a:solidFill>
                <a:latin typeface="Georgia"/>
                <a:ea typeface="Georgia"/>
                <a:cs typeface="Georgia"/>
              </a:rPr>
              <a:t>835</a:t>
            </a:r>
          </a:p>
        </p:txBody>
      </p:sp>
      <p:sp>
        <p:nvSpPr>
          <p:cNvPr id="13" name="text-54">
            <a:extLst xmlns:a="http://schemas.openxmlformats.org/drawingml/2006/main">
              <a:ext uri="{FF2B5EF4-FFF2-40B4-BE49-F238E27FC236}">
                <a16:creationId xmlns:a16="http://schemas.microsoft.com/office/drawing/2014/main" id="{0AD00C02-8D16-4104-98E0-FF6C31067B1F}"/>
              </a:ext>
            </a:extLst>
          </p:cNvPr>
          <p:cNvSpPr>
            <a:spLocks xmlns:a="http://schemas.openxmlformats.org/drawingml/2006/main" noGrp="1"/>
          </p:cNvSpPr>
          <p:nvPr/>
        </p:nvSpPr>
        <p:spPr>
          <a:xfrm xmlns:a="http://schemas.openxmlformats.org/drawingml/2006/main">
            <a:off x="6181725" y="2905125"/>
            <a:ext cx="2476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média de curtidas por post</a:t>
            </a:r>
          </a:p>
        </p:txBody>
      </p:sp>
      <p:sp>
        <p:nvSpPr>
          <p:cNvPr id="14" name="text-55">
            <a:extLst xmlns:a="http://schemas.openxmlformats.org/drawingml/2006/main">
              <a:ext uri="{FF2B5EF4-FFF2-40B4-BE49-F238E27FC236}">
                <a16:creationId xmlns:a16="http://schemas.microsoft.com/office/drawing/2014/main" id="{6CC6E41D-562E-452E-A822-1A53D633B2D0}"/>
              </a:ext>
            </a:extLst>
          </p:cNvPr>
          <p:cNvSpPr>
            <a:spLocks xmlns:a="http://schemas.openxmlformats.org/drawingml/2006/main" noGrp="1"/>
          </p:cNvSpPr>
          <p:nvPr/>
        </p:nvSpPr>
        <p:spPr>
          <a:xfrm xmlns:a="http://schemas.openxmlformats.org/drawingml/2006/main">
            <a:off x="8810625" y="2124075"/>
            <a:ext cx="2714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225" b="0">
                <a:solidFill>
                  <a:srgbClr val="0D0B10"/>
                </a:solidFill>
                <a:latin typeface="Georgia"/>
                <a:ea typeface="Georgia"/>
                <a:cs typeface="Georgia"/>
              </a:defRPr>
            </a:defPPr>
            <a:lvl1pPr>
              <a:defRPr sz="3225" b="0">
                <a:solidFill>
                  <a:srgbClr val="0D0B10"/>
                </a:solidFill>
                <a:latin typeface="Georgia"/>
                <a:ea typeface="Georgia"/>
                <a:cs typeface="Georgia"/>
              </a:defRPr>
            </a:lvl1pPr>
            <a:lvl2pPr>
              <a:defRPr sz="3225" b="0">
                <a:solidFill>
                  <a:srgbClr val="0D0B10"/>
                </a:solidFill>
                <a:latin typeface="Georgia"/>
                <a:ea typeface="Georgia"/>
                <a:cs typeface="Georgia"/>
              </a:defRPr>
            </a:lvl2pPr>
            <a:lvl3pPr>
              <a:defRPr sz="3225" b="0">
                <a:solidFill>
                  <a:srgbClr val="0D0B10"/>
                </a:solidFill>
                <a:latin typeface="Georgia"/>
                <a:ea typeface="Georgia"/>
                <a:cs typeface="Georgia"/>
              </a:defRPr>
            </a:lvl3pPr>
            <a:lvl4pPr>
              <a:defRPr sz="3225" b="0">
                <a:solidFill>
                  <a:srgbClr val="0D0B10"/>
                </a:solidFill>
                <a:latin typeface="Georgia"/>
                <a:ea typeface="Georgia"/>
                <a:cs typeface="Georgia"/>
              </a:defRPr>
            </a:lvl4pPr>
            <a:lvl5pPr>
              <a:defRPr sz="3225" b="0">
                <a:solidFill>
                  <a:srgbClr val="0D0B10"/>
                </a:solidFill>
                <a:latin typeface="Georgia"/>
                <a:ea typeface="Georgia"/>
                <a:cs typeface="Georgia"/>
              </a:defRPr>
            </a:lvl5pPr>
            <a:lvl6pPr>
              <a:defRPr sz="3225" b="0">
                <a:solidFill>
                  <a:srgbClr val="0D0B10"/>
                </a:solidFill>
                <a:latin typeface="Georgia"/>
                <a:ea typeface="Georgia"/>
                <a:cs typeface="Georgia"/>
              </a:defRPr>
            </a:lvl6pPr>
            <a:lvl7pPr>
              <a:defRPr sz="3225" b="0">
                <a:solidFill>
                  <a:srgbClr val="0D0B10"/>
                </a:solidFill>
                <a:latin typeface="Georgia"/>
                <a:ea typeface="Georgia"/>
                <a:cs typeface="Georgia"/>
              </a:defRPr>
            </a:lvl7pPr>
            <a:lvl8pPr>
              <a:defRPr sz="3225" b="0">
                <a:solidFill>
                  <a:srgbClr val="0D0B10"/>
                </a:solidFill>
                <a:latin typeface="Georgia"/>
                <a:ea typeface="Georgia"/>
                <a:cs typeface="Georgia"/>
              </a:defRPr>
            </a:lvl8pPr>
            <a:lvl9pPr>
              <a:defRPr sz="3225" b="0">
                <a:solidFill>
                  <a:srgbClr val="0D0B10"/>
                </a:solidFill>
                <a:latin typeface="Georgia"/>
                <a:ea typeface="Georgia"/>
                <a:cs typeface="Georgia"/>
              </a:defRPr>
            </a:lvl9pPr>
          </a:lstStyle>
          <a:p xmlns:a="http://schemas.openxmlformats.org/drawingml/2006/main">
            <a:pPr>
              <a:defRPr sz="3225" b="0">
                <a:solidFill>
                  <a:srgbClr val="0D0B10"/>
                </a:solidFill>
                <a:latin typeface="Georgia"/>
                <a:ea typeface="Georgia"/>
                <a:cs typeface="Georgia"/>
              </a:defRPr>
            </a:pPr>
            <a:r>
              <a:rPr sz="3225" b="0">
                <a:solidFill>
                  <a:srgbClr val="0D0B10"/>
                </a:solidFill>
                <a:latin typeface="Georgia"/>
                <a:ea typeface="Georgia"/>
                <a:cs typeface="Georgia"/>
              </a:rPr>
              <a:t>31</a:t>
            </a:r>
          </a:p>
        </p:txBody>
      </p:sp>
      <p:sp>
        <p:nvSpPr>
          <p:cNvPr id="15" name="text-56">
            <a:extLst xmlns:a="http://schemas.openxmlformats.org/drawingml/2006/main">
              <a:ext uri="{FF2B5EF4-FFF2-40B4-BE49-F238E27FC236}">
                <a16:creationId xmlns:a16="http://schemas.microsoft.com/office/drawing/2014/main" id="{0073EBB5-9E62-4236-8896-2F198533CC2B}"/>
              </a:ext>
            </a:extLst>
          </p:cNvPr>
          <p:cNvSpPr>
            <a:spLocks xmlns:a="http://schemas.openxmlformats.org/drawingml/2006/main" noGrp="1"/>
          </p:cNvSpPr>
          <p:nvPr/>
        </p:nvSpPr>
        <p:spPr>
          <a:xfrm xmlns:a="http://schemas.openxmlformats.org/drawingml/2006/main">
            <a:off x="8810625" y="2905125"/>
            <a:ext cx="2714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média de comentários por post</a:t>
            </a:r>
          </a:p>
        </p:txBody>
      </p:sp>
      <p:sp>
        <p:nvSpPr>
          <p:cNvPr id="16" name="rule-57">
            <a:extLst xmlns:a="http://schemas.openxmlformats.org/drawingml/2006/main">
              <a:ext uri="{FF2B5EF4-FFF2-40B4-BE49-F238E27FC236}">
                <a16:creationId xmlns:a16="http://schemas.microsoft.com/office/drawing/2014/main" id="{7ED3D777-E8F4-46A7-96DF-4DA309D0B12E}"/>
              </a:ext>
            </a:extLst>
          </p:cNvPr>
          <p:cNvSpPr>
            <a:spLocks xmlns:a="http://schemas.openxmlformats.org/drawingml/2006/main" noGrp="1"/>
          </p:cNvSpPr>
          <p:nvPr/>
        </p:nvSpPr>
        <p:spPr>
          <a:xfrm xmlns:a="http://schemas.openxmlformats.org/drawingml/2006/main">
            <a:off x="571500" y="31813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7" name="text-58">
            <a:extLst xmlns:a="http://schemas.openxmlformats.org/drawingml/2006/main">
              <a:ext uri="{FF2B5EF4-FFF2-40B4-BE49-F238E27FC236}">
                <a16:creationId xmlns:a16="http://schemas.microsoft.com/office/drawing/2014/main" id="{E496C64E-FF0F-4C24-943B-9849EDCDAF73}"/>
              </a:ext>
            </a:extLst>
          </p:cNvPr>
          <p:cNvSpPr>
            <a:spLocks xmlns:a="http://schemas.openxmlformats.org/drawingml/2006/main" noGrp="1"/>
          </p:cNvSpPr>
          <p:nvPr/>
        </p:nvSpPr>
        <p:spPr>
          <a:xfrm xmlns:a="http://schemas.openxmlformats.org/drawingml/2006/main">
            <a:off x="571500" y="3257550"/>
            <a:ext cx="5381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0">
                <a:solidFill>
                  <a:srgbClr val="0D0B10"/>
                </a:solidFill>
                <a:latin typeface="Georgia"/>
                <a:ea typeface="Georgia"/>
                <a:cs typeface="Georgia"/>
              </a:defRPr>
            </a:defPPr>
            <a:lvl1pPr>
              <a:defRPr sz="3150" b="0">
                <a:solidFill>
                  <a:srgbClr val="0D0B10"/>
                </a:solidFill>
                <a:latin typeface="Georgia"/>
                <a:ea typeface="Georgia"/>
                <a:cs typeface="Georgia"/>
              </a:defRPr>
            </a:lvl1pPr>
            <a:lvl2pPr>
              <a:defRPr sz="3150" b="0">
                <a:solidFill>
                  <a:srgbClr val="0D0B10"/>
                </a:solidFill>
                <a:latin typeface="Georgia"/>
                <a:ea typeface="Georgia"/>
                <a:cs typeface="Georgia"/>
              </a:defRPr>
            </a:lvl2pPr>
            <a:lvl3pPr>
              <a:defRPr sz="3150" b="0">
                <a:solidFill>
                  <a:srgbClr val="0D0B10"/>
                </a:solidFill>
                <a:latin typeface="Georgia"/>
                <a:ea typeface="Georgia"/>
                <a:cs typeface="Georgia"/>
              </a:defRPr>
            </a:lvl3pPr>
            <a:lvl4pPr>
              <a:defRPr sz="3150" b="0">
                <a:solidFill>
                  <a:srgbClr val="0D0B10"/>
                </a:solidFill>
                <a:latin typeface="Georgia"/>
                <a:ea typeface="Georgia"/>
                <a:cs typeface="Georgia"/>
              </a:defRPr>
            </a:lvl4pPr>
            <a:lvl5pPr>
              <a:defRPr sz="3150" b="0">
                <a:solidFill>
                  <a:srgbClr val="0D0B10"/>
                </a:solidFill>
                <a:latin typeface="Georgia"/>
                <a:ea typeface="Georgia"/>
                <a:cs typeface="Georgia"/>
              </a:defRPr>
            </a:lvl5pPr>
            <a:lvl6pPr>
              <a:defRPr sz="3150" b="0">
                <a:solidFill>
                  <a:srgbClr val="0D0B10"/>
                </a:solidFill>
                <a:latin typeface="Georgia"/>
                <a:ea typeface="Georgia"/>
                <a:cs typeface="Georgia"/>
              </a:defRPr>
            </a:lvl6pPr>
            <a:lvl7pPr>
              <a:defRPr sz="3150" b="0">
                <a:solidFill>
                  <a:srgbClr val="0D0B10"/>
                </a:solidFill>
                <a:latin typeface="Georgia"/>
                <a:ea typeface="Georgia"/>
                <a:cs typeface="Georgia"/>
              </a:defRPr>
            </a:lvl7pPr>
            <a:lvl8pPr>
              <a:defRPr sz="3150" b="0">
                <a:solidFill>
                  <a:srgbClr val="0D0B10"/>
                </a:solidFill>
                <a:latin typeface="Georgia"/>
                <a:ea typeface="Georgia"/>
                <a:cs typeface="Georgia"/>
              </a:defRPr>
            </a:lvl8pPr>
            <a:lvl9pPr>
              <a:defRPr sz="3150" b="0">
                <a:solidFill>
                  <a:srgbClr val="0D0B10"/>
                </a:solidFill>
                <a:latin typeface="Georgia"/>
                <a:ea typeface="Georgia"/>
                <a:cs typeface="Georgia"/>
              </a:defRPr>
            </a:lvl9pPr>
          </a:lstStyle>
          <a:p xmlns:a="http://schemas.openxmlformats.org/drawingml/2006/main">
            <a:pPr>
              <a:defRPr sz="3150" b="0">
                <a:solidFill>
                  <a:srgbClr val="0D0B10"/>
                </a:solidFill>
                <a:latin typeface="Georgia"/>
                <a:ea typeface="Georgia"/>
                <a:cs typeface="Georgia"/>
              </a:defRPr>
            </a:pPr>
            <a:r>
              <a:rPr sz="3150" b="0">
                <a:solidFill>
                  <a:srgbClr val="0D0B10"/>
                </a:solidFill>
                <a:latin typeface="Georgia"/>
                <a:ea typeface="Georgia"/>
                <a:cs typeface="Georgia"/>
              </a:rPr>
              <a:t>37.9K</a:t>
            </a:r>
          </a:p>
        </p:txBody>
      </p:sp>
      <p:sp>
        <p:nvSpPr>
          <p:cNvPr id="18" name="text-59">
            <a:extLst xmlns:a="http://schemas.openxmlformats.org/drawingml/2006/main">
              <a:ext uri="{FF2B5EF4-FFF2-40B4-BE49-F238E27FC236}">
                <a16:creationId xmlns:a16="http://schemas.microsoft.com/office/drawing/2014/main" id="{654BA26A-B13B-4743-B1A4-97D95E77DB24}"/>
              </a:ext>
            </a:extLst>
          </p:cNvPr>
          <p:cNvSpPr>
            <a:spLocks xmlns:a="http://schemas.openxmlformats.org/drawingml/2006/main" noGrp="1"/>
          </p:cNvSpPr>
          <p:nvPr/>
        </p:nvSpPr>
        <p:spPr>
          <a:xfrm xmlns:a="http://schemas.openxmlformats.org/drawingml/2006/main">
            <a:off x="571500" y="4038600"/>
            <a:ext cx="5381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visualizações em 30 dias</a:t>
            </a:r>
          </a:p>
        </p:txBody>
      </p:sp>
      <p:sp>
        <p:nvSpPr>
          <p:cNvPr id="19" name="text-60">
            <a:extLst xmlns:a="http://schemas.openxmlformats.org/drawingml/2006/main">
              <a:ext uri="{FF2B5EF4-FFF2-40B4-BE49-F238E27FC236}">
                <a16:creationId xmlns:a16="http://schemas.microsoft.com/office/drawing/2014/main" id="{195037C0-F944-4BE2-963E-C868831AC517}"/>
              </a:ext>
            </a:extLst>
          </p:cNvPr>
          <p:cNvSpPr>
            <a:spLocks xmlns:a="http://schemas.openxmlformats.org/drawingml/2006/main" noGrp="1"/>
          </p:cNvSpPr>
          <p:nvPr/>
        </p:nvSpPr>
        <p:spPr>
          <a:xfrm xmlns:a="http://schemas.openxmlformats.org/drawingml/2006/main">
            <a:off x="6172200" y="3257550"/>
            <a:ext cx="5381625"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150" b="0">
                <a:solidFill>
                  <a:srgbClr val="0D0B10"/>
                </a:solidFill>
                <a:latin typeface="Georgia"/>
                <a:ea typeface="Georgia"/>
                <a:cs typeface="Georgia"/>
              </a:defRPr>
            </a:defPPr>
            <a:lvl1pPr>
              <a:defRPr sz="3150" b="0">
                <a:solidFill>
                  <a:srgbClr val="0D0B10"/>
                </a:solidFill>
                <a:latin typeface="Georgia"/>
                <a:ea typeface="Georgia"/>
                <a:cs typeface="Georgia"/>
              </a:defRPr>
            </a:lvl1pPr>
            <a:lvl2pPr>
              <a:defRPr sz="3150" b="0">
                <a:solidFill>
                  <a:srgbClr val="0D0B10"/>
                </a:solidFill>
                <a:latin typeface="Georgia"/>
                <a:ea typeface="Georgia"/>
                <a:cs typeface="Georgia"/>
              </a:defRPr>
            </a:lvl2pPr>
            <a:lvl3pPr>
              <a:defRPr sz="3150" b="0">
                <a:solidFill>
                  <a:srgbClr val="0D0B10"/>
                </a:solidFill>
                <a:latin typeface="Georgia"/>
                <a:ea typeface="Georgia"/>
                <a:cs typeface="Georgia"/>
              </a:defRPr>
            </a:lvl3pPr>
            <a:lvl4pPr>
              <a:defRPr sz="3150" b="0">
                <a:solidFill>
                  <a:srgbClr val="0D0B10"/>
                </a:solidFill>
                <a:latin typeface="Georgia"/>
                <a:ea typeface="Georgia"/>
                <a:cs typeface="Georgia"/>
              </a:defRPr>
            </a:lvl4pPr>
            <a:lvl5pPr>
              <a:defRPr sz="3150" b="0">
                <a:solidFill>
                  <a:srgbClr val="0D0B10"/>
                </a:solidFill>
                <a:latin typeface="Georgia"/>
                <a:ea typeface="Georgia"/>
                <a:cs typeface="Georgia"/>
              </a:defRPr>
            </a:lvl5pPr>
            <a:lvl6pPr>
              <a:defRPr sz="3150" b="0">
                <a:solidFill>
                  <a:srgbClr val="0D0B10"/>
                </a:solidFill>
                <a:latin typeface="Georgia"/>
                <a:ea typeface="Georgia"/>
                <a:cs typeface="Georgia"/>
              </a:defRPr>
            </a:lvl6pPr>
            <a:lvl7pPr>
              <a:defRPr sz="3150" b="0">
                <a:solidFill>
                  <a:srgbClr val="0D0B10"/>
                </a:solidFill>
                <a:latin typeface="Georgia"/>
                <a:ea typeface="Georgia"/>
                <a:cs typeface="Georgia"/>
              </a:defRPr>
            </a:lvl7pPr>
            <a:lvl8pPr>
              <a:defRPr sz="3150" b="0">
                <a:solidFill>
                  <a:srgbClr val="0D0B10"/>
                </a:solidFill>
                <a:latin typeface="Georgia"/>
                <a:ea typeface="Georgia"/>
                <a:cs typeface="Georgia"/>
              </a:defRPr>
            </a:lvl8pPr>
            <a:lvl9pPr>
              <a:defRPr sz="3150" b="0">
                <a:solidFill>
                  <a:srgbClr val="0D0B10"/>
                </a:solidFill>
                <a:latin typeface="Georgia"/>
                <a:ea typeface="Georgia"/>
                <a:cs typeface="Georgia"/>
              </a:defRPr>
            </a:lvl9pPr>
          </a:lstStyle>
          <a:p xmlns:a="http://schemas.openxmlformats.org/drawingml/2006/main">
            <a:pPr>
              <a:defRPr sz="3150" b="0">
                <a:solidFill>
                  <a:srgbClr val="0D0B10"/>
                </a:solidFill>
                <a:latin typeface="Georgia"/>
                <a:ea typeface="Georgia"/>
                <a:cs typeface="Georgia"/>
              </a:defRPr>
            </a:pPr>
            <a:r>
              <a:rPr sz="3150" b="0">
                <a:solidFill>
                  <a:srgbClr val="0D0B10"/>
                </a:solidFill>
                <a:latin typeface="Georgia"/>
                <a:ea typeface="Georgia"/>
                <a:cs typeface="Georgia"/>
              </a:rPr>
              <a:t>9,090</a:t>
            </a:r>
          </a:p>
        </p:txBody>
      </p:sp>
      <p:sp>
        <p:nvSpPr>
          <p:cNvPr id="20" name="text-61">
            <a:extLst xmlns:a="http://schemas.openxmlformats.org/drawingml/2006/main">
              <a:ext uri="{FF2B5EF4-FFF2-40B4-BE49-F238E27FC236}">
                <a16:creationId xmlns:a16="http://schemas.microsoft.com/office/drawing/2014/main" id="{4F096BA6-5EBF-407E-BBF9-87DCF0492F38}"/>
              </a:ext>
            </a:extLst>
          </p:cNvPr>
          <p:cNvSpPr>
            <a:spLocks xmlns:a="http://schemas.openxmlformats.org/drawingml/2006/main" noGrp="1"/>
          </p:cNvSpPr>
          <p:nvPr/>
        </p:nvSpPr>
        <p:spPr>
          <a:xfrm xmlns:a="http://schemas.openxmlformats.org/drawingml/2006/main">
            <a:off x="6172200" y="4038600"/>
            <a:ext cx="538162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00" b="0">
                <a:solidFill>
                  <a:srgbClr val="5D555A"/>
                </a:solidFill>
                <a:latin typeface="Arial"/>
                <a:ea typeface="Arial"/>
                <a:cs typeface="Arial"/>
              </a:defRPr>
            </a:defPPr>
            <a:lvl1pPr>
              <a:defRPr sz="1200" b="0">
                <a:solidFill>
                  <a:srgbClr val="5D555A"/>
                </a:solidFill>
                <a:latin typeface="Arial"/>
                <a:ea typeface="Arial"/>
                <a:cs typeface="Arial"/>
              </a:defRPr>
            </a:lvl1pPr>
            <a:lvl2pPr>
              <a:defRPr sz="1200" b="0">
                <a:solidFill>
                  <a:srgbClr val="5D555A"/>
                </a:solidFill>
                <a:latin typeface="Arial"/>
                <a:ea typeface="Arial"/>
                <a:cs typeface="Arial"/>
              </a:defRPr>
            </a:lvl2pPr>
            <a:lvl3pPr>
              <a:defRPr sz="1200" b="0">
                <a:solidFill>
                  <a:srgbClr val="5D555A"/>
                </a:solidFill>
                <a:latin typeface="Arial"/>
                <a:ea typeface="Arial"/>
                <a:cs typeface="Arial"/>
              </a:defRPr>
            </a:lvl3pPr>
            <a:lvl4pPr>
              <a:defRPr sz="1200" b="0">
                <a:solidFill>
                  <a:srgbClr val="5D555A"/>
                </a:solidFill>
                <a:latin typeface="Arial"/>
                <a:ea typeface="Arial"/>
                <a:cs typeface="Arial"/>
              </a:defRPr>
            </a:lvl4pPr>
            <a:lvl5pPr>
              <a:defRPr sz="1200" b="0">
                <a:solidFill>
                  <a:srgbClr val="5D555A"/>
                </a:solidFill>
                <a:latin typeface="Arial"/>
                <a:ea typeface="Arial"/>
                <a:cs typeface="Arial"/>
              </a:defRPr>
            </a:lvl5pPr>
            <a:lvl6pPr>
              <a:defRPr sz="1200" b="0">
                <a:solidFill>
                  <a:srgbClr val="5D555A"/>
                </a:solidFill>
                <a:latin typeface="Arial"/>
                <a:ea typeface="Arial"/>
                <a:cs typeface="Arial"/>
              </a:defRPr>
            </a:lvl6pPr>
            <a:lvl7pPr>
              <a:defRPr sz="1200" b="0">
                <a:solidFill>
                  <a:srgbClr val="5D555A"/>
                </a:solidFill>
                <a:latin typeface="Arial"/>
                <a:ea typeface="Arial"/>
                <a:cs typeface="Arial"/>
              </a:defRPr>
            </a:lvl7pPr>
            <a:lvl8pPr>
              <a:defRPr sz="1200" b="0">
                <a:solidFill>
                  <a:srgbClr val="5D555A"/>
                </a:solidFill>
                <a:latin typeface="Arial"/>
                <a:ea typeface="Arial"/>
                <a:cs typeface="Arial"/>
              </a:defRPr>
            </a:lvl8pPr>
            <a:lvl9pPr>
              <a:defRPr sz="1200" b="0">
                <a:solidFill>
                  <a:srgbClr val="5D555A"/>
                </a:solidFill>
                <a:latin typeface="Arial"/>
                <a:ea typeface="Arial"/>
                <a:cs typeface="Arial"/>
              </a:defRPr>
            </a:lvl9pPr>
          </a:lstStyle>
          <a:p xmlns:a="http://schemas.openxmlformats.org/drawingml/2006/main">
            <a:pPr>
              <a:defRPr sz="1200" b="0">
                <a:solidFill>
                  <a:srgbClr val="5D555A"/>
                </a:solidFill>
                <a:latin typeface="Arial"/>
                <a:ea typeface="Arial"/>
                <a:cs typeface="Arial"/>
              </a:defRPr>
            </a:pPr>
            <a:r>
              <a:rPr sz="1200" b="0">
                <a:solidFill>
                  <a:srgbClr val="5D555A"/>
                </a:solidFill>
                <a:latin typeface="Arial"/>
                <a:ea typeface="Arial"/>
                <a:cs typeface="Arial"/>
              </a:rPr>
              <a:t>contas que viram o conteúdo</a:t>
            </a:r>
          </a:p>
        </p:txBody>
      </p:sp>
      <p:sp>
        <p:nvSpPr>
          <p:cNvPr id="21" name="rule-62">
            <a:extLst xmlns:a="http://schemas.openxmlformats.org/drawingml/2006/main">
              <a:ext uri="{FF2B5EF4-FFF2-40B4-BE49-F238E27FC236}">
                <a16:creationId xmlns:a16="http://schemas.microsoft.com/office/drawing/2014/main" id="{B49C7D42-1ED9-4A13-8B30-E4FFD9A67CEE}"/>
              </a:ext>
            </a:extLst>
          </p:cNvPr>
          <p:cNvSpPr>
            <a:spLocks xmlns:a="http://schemas.openxmlformats.org/drawingml/2006/main" noGrp="1"/>
          </p:cNvSpPr>
          <p:nvPr/>
        </p:nvSpPr>
        <p:spPr>
          <a:xfrm xmlns:a="http://schemas.openxmlformats.org/drawingml/2006/main">
            <a:off x="571500" y="438150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2" name="text-63">
            <a:extLst xmlns:a="http://schemas.openxmlformats.org/drawingml/2006/main">
              <a:ext uri="{FF2B5EF4-FFF2-40B4-BE49-F238E27FC236}">
                <a16:creationId xmlns:a16="http://schemas.microsoft.com/office/drawing/2014/main" id="{16B4675B-E5DE-454F-9B3A-F5573DB24867}"/>
              </a:ext>
            </a:extLst>
          </p:cNvPr>
          <p:cNvSpPr>
            <a:spLocks xmlns:a="http://schemas.openxmlformats.org/drawingml/2006/main" noGrp="1"/>
          </p:cNvSpPr>
          <p:nvPr/>
        </p:nvSpPr>
        <p:spPr>
          <a:xfrm xmlns:a="http://schemas.openxmlformats.org/drawingml/2006/main">
            <a:off x="571500" y="4533900"/>
            <a:ext cx="38100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PERFIL DO PÚBLICO</a:t>
            </a:r>
          </a:p>
        </p:txBody>
      </p:sp>
      <p:sp>
        <p:nvSpPr>
          <p:cNvPr id="23" name="text-64">
            <a:extLst xmlns:a="http://schemas.openxmlformats.org/drawingml/2006/main">
              <a:ext uri="{FF2B5EF4-FFF2-40B4-BE49-F238E27FC236}">
                <a16:creationId xmlns:a16="http://schemas.microsoft.com/office/drawing/2014/main" id="{237CB404-FF16-4916-9A11-EF9B2AA9B6DB}"/>
              </a:ext>
            </a:extLst>
          </p:cNvPr>
          <p:cNvSpPr>
            <a:spLocks xmlns:a="http://schemas.openxmlformats.org/drawingml/2006/main" noGrp="1"/>
          </p:cNvSpPr>
          <p:nvPr/>
        </p:nvSpPr>
        <p:spPr>
          <a:xfrm xmlns:a="http://schemas.openxmlformats.org/drawingml/2006/main">
            <a:off x="571500" y="488632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13–24</a:t>
            </a:r>
          </a:p>
        </p:txBody>
      </p:sp>
      <p:sp>
        <p:nvSpPr>
          <p:cNvPr id="24" name="box-65">
            <a:extLst xmlns:a="http://schemas.openxmlformats.org/drawingml/2006/main">
              <a:ext uri="{FF2B5EF4-FFF2-40B4-BE49-F238E27FC236}">
                <a16:creationId xmlns:a16="http://schemas.microsoft.com/office/drawing/2014/main" id="{FF19466D-0238-406A-A31B-24C4A93AF03C}"/>
              </a:ext>
            </a:extLst>
          </p:cNvPr>
          <p:cNvSpPr>
            <a:spLocks xmlns:a="http://schemas.openxmlformats.org/drawingml/2006/main" noGrp="1"/>
          </p:cNvSpPr>
          <p:nvPr/>
        </p:nvSpPr>
        <p:spPr>
          <a:xfrm xmlns:a="http://schemas.openxmlformats.org/drawingml/2006/main">
            <a:off x="1769745" y="493395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25" name="box-66">
            <a:extLst xmlns:a="http://schemas.openxmlformats.org/drawingml/2006/main">
              <a:ext uri="{FF2B5EF4-FFF2-40B4-BE49-F238E27FC236}">
                <a16:creationId xmlns:a16="http://schemas.microsoft.com/office/drawing/2014/main" id="{3EC15BCD-6CF4-4E25-B070-EF67B6CB6904}"/>
              </a:ext>
            </a:extLst>
          </p:cNvPr>
          <p:cNvSpPr>
            <a:spLocks xmlns:a="http://schemas.openxmlformats.org/drawingml/2006/main" noGrp="1"/>
          </p:cNvSpPr>
          <p:nvPr/>
        </p:nvSpPr>
        <p:spPr>
          <a:xfrm xmlns:a="http://schemas.openxmlformats.org/drawingml/2006/main">
            <a:off x="1769745" y="4933950"/>
            <a:ext cx="343929"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6" name="text-67">
            <a:extLst xmlns:a="http://schemas.openxmlformats.org/drawingml/2006/main">
              <a:ext uri="{FF2B5EF4-FFF2-40B4-BE49-F238E27FC236}">
                <a16:creationId xmlns:a16="http://schemas.microsoft.com/office/drawing/2014/main" id="{54608FEA-3B15-45F7-A2B4-06B40ED3E24F}"/>
              </a:ext>
            </a:extLst>
          </p:cNvPr>
          <p:cNvSpPr>
            <a:spLocks xmlns:a="http://schemas.openxmlformats.org/drawingml/2006/main" noGrp="1"/>
          </p:cNvSpPr>
          <p:nvPr/>
        </p:nvSpPr>
        <p:spPr>
          <a:xfrm xmlns:a="http://schemas.openxmlformats.org/drawingml/2006/main">
            <a:off x="3291840" y="488632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23.6%</a:t>
            </a:r>
          </a:p>
        </p:txBody>
      </p:sp>
      <p:sp>
        <p:nvSpPr>
          <p:cNvPr id="27" name="text-68">
            <a:extLst xmlns:a="http://schemas.openxmlformats.org/drawingml/2006/main">
              <a:ext uri="{FF2B5EF4-FFF2-40B4-BE49-F238E27FC236}">
                <a16:creationId xmlns:a16="http://schemas.microsoft.com/office/drawing/2014/main" id="{AB5123C0-C8B7-4BC6-BB9D-553D9A1303A3}"/>
              </a:ext>
            </a:extLst>
          </p:cNvPr>
          <p:cNvSpPr>
            <a:spLocks xmlns:a="http://schemas.openxmlformats.org/drawingml/2006/main" noGrp="1"/>
          </p:cNvSpPr>
          <p:nvPr/>
        </p:nvSpPr>
        <p:spPr>
          <a:xfrm xmlns:a="http://schemas.openxmlformats.org/drawingml/2006/main">
            <a:off x="571500" y="521017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25–34</a:t>
            </a:r>
          </a:p>
        </p:txBody>
      </p:sp>
      <p:sp>
        <p:nvSpPr>
          <p:cNvPr id="28" name="box-69">
            <a:extLst xmlns:a="http://schemas.openxmlformats.org/drawingml/2006/main">
              <a:ext uri="{FF2B5EF4-FFF2-40B4-BE49-F238E27FC236}">
                <a16:creationId xmlns:a16="http://schemas.microsoft.com/office/drawing/2014/main" id="{0D42F14C-45F7-4638-AB7D-443DB4689DC0}"/>
              </a:ext>
            </a:extLst>
          </p:cNvPr>
          <p:cNvSpPr>
            <a:spLocks xmlns:a="http://schemas.openxmlformats.org/drawingml/2006/main" noGrp="1"/>
          </p:cNvSpPr>
          <p:nvPr/>
        </p:nvSpPr>
        <p:spPr>
          <a:xfrm xmlns:a="http://schemas.openxmlformats.org/drawingml/2006/main">
            <a:off x="1769745" y="525780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29" name="box-70">
            <a:extLst xmlns:a="http://schemas.openxmlformats.org/drawingml/2006/main">
              <a:ext uri="{FF2B5EF4-FFF2-40B4-BE49-F238E27FC236}">
                <a16:creationId xmlns:a16="http://schemas.microsoft.com/office/drawing/2014/main" id="{E190D408-1193-47C9-AA71-63562FFDAA63}"/>
              </a:ext>
            </a:extLst>
          </p:cNvPr>
          <p:cNvSpPr>
            <a:spLocks xmlns:a="http://schemas.openxmlformats.org/drawingml/2006/main" noGrp="1"/>
          </p:cNvSpPr>
          <p:nvPr/>
        </p:nvSpPr>
        <p:spPr>
          <a:xfrm xmlns:a="http://schemas.openxmlformats.org/drawingml/2006/main">
            <a:off x="1769745" y="5257800"/>
            <a:ext cx="807358"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30" name="text-71">
            <a:extLst xmlns:a="http://schemas.openxmlformats.org/drawingml/2006/main">
              <a:ext uri="{FF2B5EF4-FFF2-40B4-BE49-F238E27FC236}">
                <a16:creationId xmlns:a16="http://schemas.microsoft.com/office/drawing/2014/main" id="{436FFACC-C39A-4426-99B7-6837D91EC60B}"/>
              </a:ext>
            </a:extLst>
          </p:cNvPr>
          <p:cNvSpPr>
            <a:spLocks xmlns:a="http://schemas.openxmlformats.org/drawingml/2006/main" noGrp="1"/>
          </p:cNvSpPr>
          <p:nvPr/>
        </p:nvSpPr>
        <p:spPr>
          <a:xfrm xmlns:a="http://schemas.openxmlformats.org/drawingml/2006/main">
            <a:off x="3291840" y="521017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55.4%</a:t>
            </a:r>
          </a:p>
        </p:txBody>
      </p:sp>
      <p:sp>
        <p:nvSpPr>
          <p:cNvPr id="31" name="text-72">
            <a:extLst xmlns:a="http://schemas.openxmlformats.org/drawingml/2006/main">
              <a:ext uri="{FF2B5EF4-FFF2-40B4-BE49-F238E27FC236}">
                <a16:creationId xmlns:a16="http://schemas.microsoft.com/office/drawing/2014/main" id="{4CE91F71-3DA8-4BD3-8246-ADB041A65892}"/>
              </a:ext>
            </a:extLst>
          </p:cNvPr>
          <p:cNvSpPr>
            <a:spLocks xmlns:a="http://schemas.openxmlformats.org/drawingml/2006/main" noGrp="1"/>
          </p:cNvSpPr>
          <p:nvPr/>
        </p:nvSpPr>
        <p:spPr>
          <a:xfrm xmlns:a="http://schemas.openxmlformats.org/drawingml/2006/main">
            <a:off x="571500" y="553402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35–44</a:t>
            </a:r>
          </a:p>
        </p:txBody>
      </p:sp>
      <p:sp>
        <p:nvSpPr>
          <p:cNvPr id="32" name="box-73">
            <a:extLst xmlns:a="http://schemas.openxmlformats.org/drawingml/2006/main">
              <a:ext uri="{FF2B5EF4-FFF2-40B4-BE49-F238E27FC236}">
                <a16:creationId xmlns:a16="http://schemas.microsoft.com/office/drawing/2014/main" id="{5EBE6352-3726-4B34-82F9-286E23188B8E}"/>
              </a:ext>
            </a:extLst>
          </p:cNvPr>
          <p:cNvSpPr>
            <a:spLocks xmlns:a="http://schemas.openxmlformats.org/drawingml/2006/main" noGrp="1"/>
          </p:cNvSpPr>
          <p:nvPr/>
        </p:nvSpPr>
        <p:spPr>
          <a:xfrm xmlns:a="http://schemas.openxmlformats.org/drawingml/2006/main">
            <a:off x="1769745" y="558165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33" name="box-74">
            <a:extLst xmlns:a="http://schemas.openxmlformats.org/drawingml/2006/main">
              <a:ext uri="{FF2B5EF4-FFF2-40B4-BE49-F238E27FC236}">
                <a16:creationId xmlns:a16="http://schemas.microsoft.com/office/drawing/2014/main" id="{18FEC658-8132-4429-B6AB-1D04C95E759E}"/>
              </a:ext>
            </a:extLst>
          </p:cNvPr>
          <p:cNvSpPr>
            <a:spLocks xmlns:a="http://schemas.openxmlformats.org/drawingml/2006/main" noGrp="1"/>
          </p:cNvSpPr>
          <p:nvPr/>
        </p:nvSpPr>
        <p:spPr>
          <a:xfrm xmlns:a="http://schemas.openxmlformats.org/drawingml/2006/main">
            <a:off x="1769745" y="5581650"/>
            <a:ext cx="246288"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34" name="text-75">
            <a:extLst xmlns:a="http://schemas.openxmlformats.org/drawingml/2006/main">
              <a:ext uri="{FF2B5EF4-FFF2-40B4-BE49-F238E27FC236}">
                <a16:creationId xmlns:a16="http://schemas.microsoft.com/office/drawing/2014/main" id="{F08E8BD8-9E20-4B08-A1D8-377ED957411C}"/>
              </a:ext>
            </a:extLst>
          </p:cNvPr>
          <p:cNvSpPr>
            <a:spLocks xmlns:a="http://schemas.openxmlformats.org/drawingml/2006/main" noGrp="1"/>
          </p:cNvSpPr>
          <p:nvPr/>
        </p:nvSpPr>
        <p:spPr>
          <a:xfrm xmlns:a="http://schemas.openxmlformats.org/drawingml/2006/main">
            <a:off x="3291840" y="553402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16.9%</a:t>
            </a:r>
          </a:p>
        </p:txBody>
      </p:sp>
      <p:sp>
        <p:nvSpPr>
          <p:cNvPr id="35" name="text-76">
            <a:extLst xmlns:a="http://schemas.openxmlformats.org/drawingml/2006/main">
              <a:ext uri="{FF2B5EF4-FFF2-40B4-BE49-F238E27FC236}">
                <a16:creationId xmlns:a16="http://schemas.microsoft.com/office/drawing/2014/main" id="{53ABC544-9156-450E-825D-F012C236C681}"/>
              </a:ext>
            </a:extLst>
          </p:cNvPr>
          <p:cNvSpPr>
            <a:spLocks xmlns:a="http://schemas.openxmlformats.org/drawingml/2006/main" noGrp="1"/>
          </p:cNvSpPr>
          <p:nvPr/>
        </p:nvSpPr>
        <p:spPr>
          <a:xfrm xmlns:a="http://schemas.openxmlformats.org/drawingml/2006/main">
            <a:off x="571500" y="585787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45+</a:t>
            </a:r>
          </a:p>
        </p:txBody>
      </p:sp>
      <p:sp>
        <p:nvSpPr>
          <p:cNvPr id="36" name="box-77">
            <a:extLst xmlns:a="http://schemas.openxmlformats.org/drawingml/2006/main">
              <a:ext uri="{FF2B5EF4-FFF2-40B4-BE49-F238E27FC236}">
                <a16:creationId xmlns:a16="http://schemas.microsoft.com/office/drawing/2014/main" id="{094E9396-5A9C-4510-98C2-D869EB1DD0EA}"/>
              </a:ext>
            </a:extLst>
          </p:cNvPr>
          <p:cNvSpPr>
            <a:spLocks xmlns:a="http://schemas.openxmlformats.org/drawingml/2006/main" noGrp="1"/>
          </p:cNvSpPr>
          <p:nvPr/>
        </p:nvSpPr>
        <p:spPr>
          <a:xfrm xmlns:a="http://schemas.openxmlformats.org/drawingml/2006/main">
            <a:off x="1769745" y="590550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37" name="box-78">
            <a:extLst xmlns:a="http://schemas.openxmlformats.org/drawingml/2006/main">
              <a:ext uri="{FF2B5EF4-FFF2-40B4-BE49-F238E27FC236}">
                <a16:creationId xmlns:a16="http://schemas.microsoft.com/office/drawing/2014/main" id="{7DD977F1-61DE-43A2-9DCF-F6BEC11C493C}"/>
              </a:ext>
            </a:extLst>
          </p:cNvPr>
          <p:cNvSpPr>
            <a:spLocks xmlns:a="http://schemas.openxmlformats.org/drawingml/2006/main" noGrp="1"/>
          </p:cNvSpPr>
          <p:nvPr/>
        </p:nvSpPr>
        <p:spPr>
          <a:xfrm xmlns:a="http://schemas.openxmlformats.org/drawingml/2006/main">
            <a:off x="1769745" y="5905500"/>
            <a:ext cx="61208"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38" name="text-79">
            <a:extLst xmlns:a="http://schemas.openxmlformats.org/drawingml/2006/main">
              <a:ext uri="{FF2B5EF4-FFF2-40B4-BE49-F238E27FC236}">
                <a16:creationId xmlns:a16="http://schemas.microsoft.com/office/drawing/2014/main" id="{F0711C18-B291-4CE0-A659-9975751408BC}"/>
              </a:ext>
            </a:extLst>
          </p:cNvPr>
          <p:cNvSpPr>
            <a:spLocks xmlns:a="http://schemas.openxmlformats.org/drawingml/2006/main" noGrp="1"/>
          </p:cNvSpPr>
          <p:nvPr/>
        </p:nvSpPr>
        <p:spPr>
          <a:xfrm xmlns:a="http://schemas.openxmlformats.org/drawingml/2006/main">
            <a:off x="3291840" y="585787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4.2%</a:t>
            </a:r>
          </a:p>
        </p:txBody>
      </p:sp>
      <p:sp>
        <p:nvSpPr>
          <p:cNvPr id="39" name="text-80">
            <a:extLst xmlns:a="http://schemas.openxmlformats.org/drawingml/2006/main">
              <a:ext uri="{FF2B5EF4-FFF2-40B4-BE49-F238E27FC236}">
                <a16:creationId xmlns:a16="http://schemas.microsoft.com/office/drawing/2014/main" id="{2A48929F-5500-4D23-9FD5-46510533EC40}"/>
              </a:ext>
            </a:extLst>
          </p:cNvPr>
          <p:cNvSpPr>
            <a:spLocks xmlns:a="http://schemas.openxmlformats.org/drawingml/2006/main" noGrp="1"/>
          </p:cNvSpPr>
          <p:nvPr/>
        </p:nvSpPr>
        <p:spPr>
          <a:xfrm xmlns:a="http://schemas.openxmlformats.org/drawingml/2006/main">
            <a:off x="4210050" y="488632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Mulheres</a:t>
            </a:r>
          </a:p>
        </p:txBody>
      </p:sp>
      <p:sp>
        <p:nvSpPr>
          <p:cNvPr id="40" name="box-81">
            <a:extLst xmlns:a="http://schemas.openxmlformats.org/drawingml/2006/main">
              <a:ext uri="{FF2B5EF4-FFF2-40B4-BE49-F238E27FC236}">
                <a16:creationId xmlns:a16="http://schemas.microsoft.com/office/drawing/2014/main" id="{B09C712D-65CF-4C4C-8FBE-DE01F174489B}"/>
              </a:ext>
            </a:extLst>
          </p:cNvPr>
          <p:cNvSpPr>
            <a:spLocks xmlns:a="http://schemas.openxmlformats.org/drawingml/2006/main" noGrp="1"/>
          </p:cNvSpPr>
          <p:nvPr/>
        </p:nvSpPr>
        <p:spPr>
          <a:xfrm xmlns:a="http://schemas.openxmlformats.org/drawingml/2006/main">
            <a:off x="5408295" y="493395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41" name="box-82">
            <a:extLst xmlns:a="http://schemas.openxmlformats.org/drawingml/2006/main">
              <a:ext uri="{FF2B5EF4-FFF2-40B4-BE49-F238E27FC236}">
                <a16:creationId xmlns:a16="http://schemas.microsoft.com/office/drawing/2014/main" id="{CCEC9632-8D4D-41CC-8187-DEDBB270D762}"/>
              </a:ext>
            </a:extLst>
          </p:cNvPr>
          <p:cNvSpPr>
            <a:spLocks xmlns:a="http://schemas.openxmlformats.org/drawingml/2006/main" noGrp="1"/>
          </p:cNvSpPr>
          <p:nvPr/>
        </p:nvSpPr>
        <p:spPr>
          <a:xfrm xmlns:a="http://schemas.openxmlformats.org/drawingml/2006/main">
            <a:off x="5408295" y="4933950"/>
            <a:ext cx="899170"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2" name="text-83">
            <a:extLst xmlns:a="http://schemas.openxmlformats.org/drawingml/2006/main">
              <a:ext uri="{FF2B5EF4-FFF2-40B4-BE49-F238E27FC236}">
                <a16:creationId xmlns:a16="http://schemas.microsoft.com/office/drawing/2014/main" id="{90F8A85A-0ADE-4500-A4EF-4409FA9084A5}"/>
              </a:ext>
            </a:extLst>
          </p:cNvPr>
          <p:cNvSpPr>
            <a:spLocks xmlns:a="http://schemas.openxmlformats.org/drawingml/2006/main" noGrp="1"/>
          </p:cNvSpPr>
          <p:nvPr/>
        </p:nvSpPr>
        <p:spPr>
          <a:xfrm xmlns:a="http://schemas.openxmlformats.org/drawingml/2006/main">
            <a:off x="6930390" y="488632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61.7%</a:t>
            </a:r>
          </a:p>
        </p:txBody>
      </p:sp>
      <p:sp>
        <p:nvSpPr>
          <p:cNvPr id="43" name="text-84">
            <a:extLst xmlns:a="http://schemas.openxmlformats.org/drawingml/2006/main">
              <a:ext uri="{FF2B5EF4-FFF2-40B4-BE49-F238E27FC236}">
                <a16:creationId xmlns:a16="http://schemas.microsoft.com/office/drawing/2014/main" id="{9C5F175E-220E-456D-B4AE-EA8032A2CFBE}"/>
              </a:ext>
            </a:extLst>
          </p:cNvPr>
          <p:cNvSpPr>
            <a:spLocks xmlns:a="http://schemas.openxmlformats.org/drawingml/2006/main" noGrp="1"/>
          </p:cNvSpPr>
          <p:nvPr/>
        </p:nvSpPr>
        <p:spPr>
          <a:xfrm xmlns:a="http://schemas.openxmlformats.org/drawingml/2006/main">
            <a:off x="4210050" y="5210175"/>
            <a:ext cx="110109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0D0B10"/>
                </a:solidFill>
                <a:latin typeface="Arial"/>
                <a:ea typeface="Arial"/>
                <a:cs typeface="Arial"/>
              </a:defRPr>
            </a:defPPr>
            <a:lvl1pPr>
              <a:defRPr sz="1275" b="0">
                <a:solidFill>
                  <a:srgbClr val="0D0B10"/>
                </a:solidFill>
                <a:latin typeface="Arial"/>
                <a:ea typeface="Arial"/>
                <a:cs typeface="Arial"/>
              </a:defRPr>
            </a:lvl1pPr>
            <a:lvl2pPr>
              <a:defRPr sz="1275" b="0">
                <a:solidFill>
                  <a:srgbClr val="0D0B10"/>
                </a:solidFill>
                <a:latin typeface="Arial"/>
                <a:ea typeface="Arial"/>
                <a:cs typeface="Arial"/>
              </a:defRPr>
            </a:lvl2pPr>
            <a:lvl3pPr>
              <a:defRPr sz="1275" b="0">
                <a:solidFill>
                  <a:srgbClr val="0D0B10"/>
                </a:solidFill>
                <a:latin typeface="Arial"/>
                <a:ea typeface="Arial"/>
                <a:cs typeface="Arial"/>
              </a:defRPr>
            </a:lvl3pPr>
            <a:lvl4pPr>
              <a:defRPr sz="1275" b="0">
                <a:solidFill>
                  <a:srgbClr val="0D0B10"/>
                </a:solidFill>
                <a:latin typeface="Arial"/>
                <a:ea typeface="Arial"/>
                <a:cs typeface="Arial"/>
              </a:defRPr>
            </a:lvl4pPr>
            <a:lvl5pPr>
              <a:defRPr sz="1275" b="0">
                <a:solidFill>
                  <a:srgbClr val="0D0B10"/>
                </a:solidFill>
                <a:latin typeface="Arial"/>
                <a:ea typeface="Arial"/>
                <a:cs typeface="Arial"/>
              </a:defRPr>
            </a:lvl5pPr>
            <a:lvl6pPr>
              <a:defRPr sz="1275" b="0">
                <a:solidFill>
                  <a:srgbClr val="0D0B10"/>
                </a:solidFill>
                <a:latin typeface="Arial"/>
                <a:ea typeface="Arial"/>
                <a:cs typeface="Arial"/>
              </a:defRPr>
            </a:lvl6pPr>
            <a:lvl7pPr>
              <a:defRPr sz="1275" b="0">
                <a:solidFill>
                  <a:srgbClr val="0D0B10"/>
                </a:solidFill>
                <a:latin typeface="Arial"/>
                <a:ea typeface="Arial"/>
                <a:cs typeface="Arial"/>
              </a:defRPr>
            </a:lvl7pPr>
            <a:lvl8pPr>
              <a:defRPr sz="1275" b="0">
                <a:solidFill>
                  <a:srgbClr val="0D0B10"/>
                </a:solidFill>
                <a:latin typeface="Arial"/>
                <a:ea typeface="Arial"/>
                <a:cs typeface="Arial"/>
              </a:defRPr>
            </a:lvl8pPr>
            <a:lvl9pPr>
              <a:defRPr sz="1275" b="0">
                <a:solidFill>
                  <a:srgbClr val="0D0B10"/>
                </a:solidFill>
                <a:latin typeface="Arial"/>
                <a:ea typeface="Arial"/>
                <a:cs typeface="Arial"/>
              </a:defRPr>
            </a:lvl9pPr>
          </a:lstStyle>
          <a:p xmlns:a="http://schemas.openxmlformats.org/drawingml/2006/main">
            <a:pPr>
              <a:defRPr sz="1275" b="0">
                <a:solidFill>
                  <a:srgbClr val="0D0B10"/>
                </a:solidFill>
                <a:latin typeface="Arial"/>
                <a:ea typeface="Arial"/>
                <a:cs typeface="Arial"/>
              </a:defRPr>
            </a:pPr>
            <a:r>
              <a:rPr sz="1275" b="0">
                <a:solidFill>
                  <a:srgbClr val="0D0B10"/>
                </a:solidFill>
                <a:latin typeface="Arial"/>
                <a:ea typeface="Arial"/>
                <a:cs typeface="Arial"/>
              </a:rPr>
              <a:t>Homens</a:t>
            </a:r>
          </a:p>
        </p:txBody>
      </p:sp>
      <p:sp>
        <p:nvSpPr>
          <p:cNvPr id="44" name="box-85">
            <a:extLst xmlns:a="http://schemas.openxmlformats.org/drawingml/2006/main">
              <a:ext uri="{FF2B5EF4-FFF2-40B4-BE49-F238E27FC236}">
                <a16:creationId xmlns:a16="http://schemas.microsoft.com/office/drawing/2014/main" id="{A0581014-4AC3-49B5-8DCF-996F95D1E247}"/>
              </a:ext>
            </a:extLst>
          </p:cNvPr>
          <p:cNvSpPr>
            <a:spLocks xmlns:a="http://schemas.openxmlformats.org/drawingml/2006/main" noGrp="1"/>
          </p:cNvSpPr>
          <p:nvPr/>
        </p:nvSpPr>
        <p:spPr>
          <a:xfrm xmlns:a="http://schemas.openxmlformats.org/drawingml/2006/main">
            <a:off x="5408295" y="5257800"/>
            <a:ext cx="1457325" cy="123825"/>
          </a:xfrm>
          <a:prstGeom xmlns:a="http://schemas.openxmlformats.org/drawingml/2006/main" prst="rect">
            <a:avLst/>
          </a:prstGeom>
          <a:solidFill xmlns:a="http://schemas.openxmlformats.org/drawingml/2006/main">
            <a:srgbClr val="E8E2DF"/>
          </a:solidFill>
          <a:ln xmlns:a="http://schemas.openxmlformats.org/drawingml/2006/main" w="0">
            <a:noFill/>
          </a:ln>
        </p:spPr>
      </p:sp>
      <p:sp>
        <p:nvSpPr>
          <p:cNvPr id="45" name="box-86">
            <a:extLst xmlns:a="http://schemas.openxmlformats.org/drawingml/2006/main">
              <a:ext uri="{FF2B5EF4-FFF2-40B4-BE49-F238E27FC236}">
                <a16:creationId xmlns:a16="http://schemas.microsoft.com/office/drawing/2014/main" id="{E6CE19F1-378E-4C66-9D3D-655426666694}"/>
              </a:ext>
            </a:extLst>
          </p:cNvPr>
          <p:cNvSpPr>
            <a:spLocks xmlns:a="http://schemas.openxmlformats.org/drawingml/2006/main" noGrp="1"/>
          </p:cNvSpPr>
          <p:nvPr/>
        </p:nvSpPr>
        <p:spPr>
          <a:xfrm xmlns:a="http://schemas.openxmlformats.org/drawingml/2006/main">
            <a:off x="5408295" y="5257800"/>
            <a:ext cx="558155" cy="1238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6" name="text-87">
            <a:extLst xmlns:a="http://schemas.openxmlformats.org/drawingml/2006/main">
              <a:ext uri="{FF2B5EF4-FFF2-40B4-BE49-F238E27FC236}">
                <a16:creationId xmlns:a16="http://schemas.microsoft.com/office/drawing/2014/main" id="{18E3C369-CBB7-4598-8E45-E5FB046566CB}"/>
              </a:ext>
            </a:extLst>
          </p:cNvPr>
          <p:cNvSpPr>
            <a:spLocks xmlns:a="http://schemas.openxmlformats.org/drawingml/2006/main" noGrp="1"/>
          </p:cNvSpPr>
          <p:nvPr/>
        </p:nvSpPr>
        <p:spPr>
          <a:xfrm xmlns:a="http://schemas.openxmlformats.org/drawingml/2006/main">
            <a:off x="6930390" y="5210175"/>
            <a:ext cx="51816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1">
                <a:solidFill>
                  <a:srgbClr val="0D0B10"/>
                </a:solidFill>
                <a:latin typeface="Arial"/>
                <a:ea typeface="Arial"/>
                <a:cs typeface="Arial"/>
              </a:defRPr>
            </a:defPPr>
            <a:lvl1pPr>
              <a:defRPr sz="1275" b="1">
                <a:solidFill>
                  <a:srgbClr val="0D0B10"/>
                </a:solidFill>
                <a:latin typeface="Arial"/>
                <a:ea typeface="Arial"/>
                <a:cs typeface="Arial"/>
              </a:defRPr>
            </a:lvl1pPr>
            <a:lvl2pPr>
              <a:defRPr sz="1275" b="1">
                <a:solidFill>
                  <a:srgbClr val="0D0B10"/>
                </a:solidFill>
                <a:latin typeface="Arial"/>
                <a:ea typeface="Arial"/>
                <a:cs typeface="Arial"/>
              </a:defRPr>
            </a:lvl2pPr>
            <a:lvl3pPr>
              <a:defRPr sz="1275" b="1">
                <a:solidFill>
                  <a:srgbClr val="0D0B10"/>
                </a:solidFill>
                <a:latin typeface="Arial"/>
                <a:ea typeface="Arial"/>
                <a:cs typeface="Arial"/>
              </a:defRPr>
            </a:lvl3pPr>
            <a:lvl4pPr>
              <a:defRPr sz="1275" b="1">
                <a:solidFill>
                  <a:srgbClr val="0D0B10"/>
                </a:solidFill>
                <a:latin typeface="Arial"/>
                <a:ea typeface="Arial"/>
                <a:cs typeface="Arial"/>
              </a:defRPr>
            </a:lvl4pPr>
            <a:lvl5pPr>
              <a:defRPr sz="1275" b="1">
                <a:solidFill>
                  <a:srgbClr val="0D0B10"/>
                </a:solidFill>
                <a:latin typeface="Arial"/>
                <a:ea typeface="Arial"/>
                <a:cs typeface="Arial"/>
              </a:defRPr>
            </a:lvl5pPr>
            <a:lvl6pPr>
              <a:defRPr sz="1275" b="1">
                <a:solidFill>
                  <a:srgbClr val="0D0B10"/>
                </a:solidFill>
                <a:latin typeface="Arial"/>
                <a:ea typeface="Arial"/>
                <a:cs typeface="Arial"/>
              </a:defRPr>
            </a:lvl6pPr>
            <a:lvl7pPr>
              <a:defRPr sz="1275" b="1">
                <a:solidFill>
                  <a:srgbClr val="0D0B10"/>
                </a:solidFill>
                <a:latin typeface="Arial"/>
                <a:ea typeface="Arial"/>
                <a:cs typeface="Arial"/>
              </a:defRPr>
            </a:lvl7pPr>
            <a:lvl8pPr>
              <a:defRPr sz="1275" b="1">
                <a:solidFill>
                  <a:srgbClr val="0D0B10"/>
                </a:solidFill>
                <a:latin typeface="Arial"/>
                <a:ea typeface="Arial"/>
                <a:cs typeface="Arial"/>
              </a:defRPr>
            </a:lvl8pPr>
            <a:lvl9pPr>
              <a:defRPr sz="1275" b="1">
                <a:solidFill>
                  <a:srgbClr val="0D0B10"/>
                </a:solidFill>
                <a:latin typeface="Arial"/>
                <a:ea typeface="Arial"/>
                <a:cs typeface="Arial"/>
              </a:defRPr>
            </a:lvl9pPr>
          </a:lstStyle>
          <a:p xmlns:a="http://schemas.openxmlformats.org/drawingml/2006/main">
            <a:pPr>
              <a:defRPr sz="1275" b="1">
                <a:solidFill>
                  <a:srgbClr val="0D0B10"/>
                </a:solidFill>
                <a:latin typeface="Arial"/>
                <a:ea typeface="Arial"/>
                <a:cs typeface="Arial"/>
              </a:defRPr>
            </a:pPr>
            <a:r>
              <a:rPr sz="1275" b="1">
                <a:solidFill>
                  <a:srgbClr val="0D0B10"/>
                </a:solidFill>
                <a:latin typeface="Arial"/>
                <a:ea typeface="Arial"/>
                <a:cs typeface="Arial"/>
              </a:rPr>
              <a:t>38.3%</a:t>
            </a:r>
          </a:p>
        </p:txBody>
      </p:sp>
      <p:sp>
        <p:nvSpPr>
          <p:cNvPr id="47" name="text-88">
            <a:extLst xmlns:a="http://schemas.openxmlformats.org/drawingml/2006/main">
              <a:ext uri="{FF2B5EF4-FFF2-40B4-BE49-F238E27FC236}">
                <a16:creationId xmlns:a16="http://schemas.microsoft.com/office/drawing/2014/main" id="{0F9FFE34-3E75-4836-AA65-1120327278BF}"/>
              </a:ext>
            </a:extLst>
          </p:cNvPr>
          <p:cNvSpPr>
            <a:spLocks xmlns:a="http://schemas.openxmlformats.org/drawingml/2006/main" noGrp="1"/>
          </p:cNvSpPr>
          <p:nvPr/>
        </p:nvSpPr>
        <p:spPr>
          <a:xfrm xmlns:a="http://schemas.openxmlformats.org/drawingml/2006/main">
            <a:off x="7991475" y="4648200"/>
            <a:ext cx="3143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PATREON</a:t>
            </a:r>
          </a:p>
        </p:txBody>
      </p:sp>
      <p:sp>
        <p:nvSpPr>
          <p:cNvPr id="48" name="text-89">
            <a:extLst xmlns:a="http://schemas.openxmlformats.org/drawingml/2006/main">
              <a:ext uri="{FF2B5EF4-FFF2-40B4-BE49-F238E27FC236}">
                <a16:creationId xmlns:a16="http://schemas.microsoft.com/office/drawing/2014/main" id="{103AB770-39E9-4366-8647-4A16E23D9C85}"/>
              </a:ext>
            </a:extLst>
          </p:cNvPr>
          <p:cNvSpPr>
            <a:spLocks xmlns:a="http://schemas.openxmlformats.org/drawingml/2006/main" noGrp="1"/>
          </p:cNvSpPr>
          <p:nvPr/>
        </p:nvSpPr>
        <p:spPr>
          <a:xfrm xmlns:a="http://schemas.openxmlformats.org/drawingml/2006/main">
            <a:off x="7981950" y="4933950"/>
            <a:ext cx="1476375"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0">
                <a:solidFill>
                  <a:srgbClr val="0D0B10"/>
                </a:solidFill>
                <a:latin typeface="Georgia"/>
                <a:ea typeface="Georgia"/>
                <a:cs typeface="Georgia"/>
              </a:defRPr>
            </a:defPPr>
            <a:lvl1pPr>
              <a:defRPr sz="3600" b="0">
                <a:solidFill>
                  <a:srgbClr val="0D0B10"/>
                </a:solidFill>
                <a:latin typeface="Georgia"/>
                <a:ea typeface="Georgia"/>
                <a:cs typeface="Georgia"/>
              </a:defRPr>
            </a:lvl1pPr>
            <a:lvl2pPr>
              <a:defRPr sz="3600" b="0">
                <a:solidFill>
                  <a:srgbClr val="0D0B10"/>
                </a:solidFill>
                <a:latin typeface="Georgia"/>
                <a:ea typeface="Georgia"/>
                <a:cs typeface="Georgia"/>
              </a:defRPr>
            </a:lvl2pPr>
            <a:lvl3pPr>
              <a:defRPr sz="3600" b="0">
                <a:solidFill>
                  <a:srgbClr val="0D0B10"/>
                </a:solidFill>
                <a:latin typeface="Georgia"/>
                <a:ea typeface="Georgia"/>
                <a:cs typeface="Georgia"/>
              </a:defRPr>
            </a:lvl3pPr>
            <a:lvl4pPr>
              <a:defRPr sz="3600" b="0">
                <a:solidFill>
                  <a:srgbClr val="0D0B10"/>
                </a:solidFill>
                <a:latin typeface="Georgia"/>
                <a:ea typeface="Georgia"/>
                <a:cs typeface="Georgia"/>
              </a:defRPr>
            </a:lvl4pPr>
            <a:lvl5pPr>
              <a:defRPr sz="3600" b="0">
                <a:solidFill>
                  <a:srgbClr val="0D0B10"/>
                </a:solidFill>
                <a:latin typeface="Georgia"/>
                <a:ea typeface="Georgia"/>
                <a:cs typeface="Georgia"/>
              </a:defRPr>
            </a:lvl5pPr>
            <a:lvl6pPr>
              <a:defRPr sz="3600" b="0">
                <a:solidFill>
                  <a:srgbClr val="0D0B10"/>
                </a:solidFill>
                <a:latin typeface="Georgia"/>
                <a:ea typeface="Georgia"/>
                <a:cs typeface="Georgia"/>
              </a:defRPr>
            </a:lvl6pPr>
            <a:lvl7pPr>
              <a:defRPr sz="3600" b="0">
                <a:solidFill>
                  <a:srgbClr val="0D0B10"/>
                </a:solidFill>
                <a:latin typeface="Georgia"/>
                <a:ea typeface="Georgia"/>
                <a:cs typeface="Georgia"/>
              </a:defRPr>
            </a:lvl7pPr>
            <a:lvl8pPr>
              <a:defRPr sz="3600" b="0">
                <a:solidFill>
                  <a:srgbClr val="0D0B10"/>
                </a:solidFill>
                <a:latin typeface="Georgia"/>
                <a:ea typeface="Georgia"/>
                <a:cs typeface="Georgia"/>
              </a:defRPr>
            </a:lvl8pPr>
            <a:lvl9pPr>
              <a:defRPr sz="3600" b="0">
                <a:solidFill>
                  <a:srgbClr val="0D0B10"/>
                </a:solidFill>
                <a:latin typeface="Georgia"/>
                <a:ea typeface="Georgia"/>
                <a:cs typeface="Georgia"/>
              </a:defRPr>
            </a:lvl9pPr>
          </a:lstStyle>
          <a:p xmlns:a="http://schemas.openxmlformats.org/drawingml/2006/main">
            <a:pPr>
              <a:defRPr sz="3600" b="0">
                <a:solidFill>
                  <a:srgbClr val="0D0B10"/>
                </a:solidFill>
                <a:latin typeface="Georgia"/>
                <a:ea typeface="Georgia"/>
                <a:cs typeface="Georgia"/>
              </a:defRPr>
            </a:pPr>
            <a:r>
              <a:rPr sz="3600" b="0">
                <a:solidFill>
                  <a:srgbClr val="0D0B10"/>
                </a:solidFill>
                <a:latin typeface="Georgia"/>
                <a:ea typeface="Georgia"/>
                <a:cs typeface="Georgia"/>
              </a:rPr>
              <a:t>86</a:t>
            </a:r>
          </a:p>
        </p:txBody>
      </p:sp>
      <p:sp>
        <p:nvSpPr>
          <p:cNvPr id="49" name="text-90">
            <a:extLst xmlns:a="http://schemas.openxmlformats.org/drawingml/2006/main">
              <a:ext uri="{FF2B5EF4-FFF2-40B4-BE49-F238E27FC236}">
                <a16:creationId xmlns:a16="http://schemas.microsoft.com/office/drawing/2014/main" id="{EB37B7A8-630B-47C5-A5C8-E51F378F08B9}"/>
              </a:ext>
            </a:extLst>
          </p:cNvPr>
          <p:cNvSpPr>
            <a:spLocks xmlns:a="http://schemas.openxmlformats.org/drawingml/2006/main" noGrp="1"/>
          </p:cNvSpPr>
          <p:nvPr/>
        </p:nvSpPr>
        <p:spPr>
          <a:xfrm xmlns:a="http://schemas.openxmlformats.org/drawingml/2006/main">
            <a:off x="9858375" y="4933950"/>
            <a:ext cx="142875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600" b="0">
                <a:solidFill>
                  <a:srgbClr val="C2142F"/>
                </a:solidFill>
                <a:latin typeface="Georgia"/>
                <a:ea typeface="Georgia"/>
                <a:cs typeface="Georgia"/>
              </a:defRPr>
            </a:defPPr>
            <a:lvl1pPr>
              <a:defRPr sz="3600" b="0">
                <a:solidFill>
                  <a:srgbClr val="C2142F"/>
                </a:solidFill>
                <a:latin typeface="Georgia"/>
                <a:ea typeface="Georgia"/>
                <a:cs typeface="Georgia"/>
              </a:defRPr>
            </a:lvl1pPr>
            <a:lvl2pPr>
              <a:defRPr sz="3600" b="0">
                <a:solidFill>
                  <a:srgbClr val="C2142F"/>
                </a:solidFill>
                <a:latin typeface="Georgia"/>
                <a:ea typeface="Georgia"/>
                <a:cs typeface="Georgia"/>
              </a:defRPr>
            </a:lvl2pPr>
            <a:lvl3pPr>
              <a:defRPr sz="3600" b="0">
                <a:solidFill>
                  <a:srgbClr val="C2142F"/>
                </a:solidFill>
                <a:latin typeface="Georgia"/>
                <a:ea typeface="Georgia"/>
                <a:cs typeface="Georgia"/>
              </a:defRPr>
            </a:lvl3pPr>
            <a:lvl4pPr>
              <a:defRPr sz="3600" b="0">
                <a:solidFill>
                  <a:srgbClr val="C2142F"/>
                </a:solidFill>
                <a:latin typeface="Georgia"/>
                <a:ea typeface="Georgia"/>
                <a:cs typeface="Georgia"/>
              </a:defRPr>
            </a:lvl4pPr>
            <a:lvl5pPr>
              <a:defRPr sz="3600" b="0">
                <a:solidFill>
                  <a:srgbClr val="C2142F"/>
                </a:solidFill>
                <a:latin typeface="Georgia"/>
                <a:ea typeface="Georgia"/>
                <a:cs typeface="Georgia"/>
              </a:defRPr>
            </a:lvl5pPr>
            <a:lvl6pPr>
              <a:defRPr sz="3600" b="0">
                <a:solidFill>
                  <a:srgbClr val="C2142F"/>
                </a:solidFill>
                <a:latin typeface="Georgia"/>
                <a:ea typeface="Georgia"/>
                <a:cs typeface="Georgia"/>
              </a:defRPr>
            </a:lvl6pPr>
            <a:lvl7pPr>
              <a:defRPr sz="3600" b="0">
                <a:solidFill>
                  <a:srgbClr val="C2142F"/>
                </a:solidFill>
                <a:latin typeface="Georgia"/>
                <a:ea typeface="Georgia"/>
                <a:cs typeface="Georgia"/>
              </a:defRPr>
            </a:lvl7pPr>
            <a:lvl8pPr>
              <a:defRPr sz="3600" b="0">
                <a:solidFill>
                  <a:srgbClr val="C2142F"/>
                </a:solidFill>
                <a:latin typeface="Georgia"/>
                <a:ea typeface="Georgia"/>
                <a:cs typeface="Georgia"/>
              </a:defRPr>
            </a:lvl8pPr>
            <a:lvl9pPr>
              <a:defRPr sz="3600" b="0">
                <a:solidFill>
                  <a:srgbClr val="C2142F"/>
                </a:solidFill>
                <a:latin typeface="Georgia"/>
                <a:ea typeface="Georgia"/>
                <a:cs typeface="Georgia"/>
              </a:defRPr>
            </a:lvl9pPr>
          </a:lstStyle>
          <a:p xmlns:a="http://schemas.openxmlformats.org/drawingml/2006/main">
            <a:pPr>
              <a:defRPr sz="3600" b="0">
                <a:solidFill>
                  <a:srgbClr val="C2142F"/>
                </a:solidFill>
                <a:latin typeface="Georgia"/>
                <a:ea typeface="Georgia"/>
                <a:cs typeface="Georgia"/>
              </a:defRPr>
            </a:pPr>
            <a:r>
              <a:rPr sz="3600" b="0">
                <a:solidFill>
                  <a:srgbClr val="C2142F"/>
                </a:solidFill>
                <a:latin typeface="Georgia"/>
                <a:ea typeface="Georgia"/>
                <a:cs typeface="Georgia"/>
              </a:rPr>
              <a:t>17</a:t>
            </a:r>
          </a:p>
        </p:txBody>
      </p:sp>
      <p:sp>
        <p:nvSpPr>
          <p:cNvPr id="50" name="text-91">
            <a:extLst xmlns:a="http://schemas.openxmlformats.org/drawingml/2006/main">
              <a:ext uri="{FF2B5EF4-FFF2-40B4-BE49-F238E27FC236}">
                <a16:creationId xmlns:a16="http://schemas.microsoft.com/office/drawing/2014/main" id="{DFD487AA-FBDA-4B2E-BF36-920F5EB8B16D}"/>
              </a:ext>
            </a:extLst>
          </p:cNvPr>
          <p:cNvSpPr>
            <a:spLocks xmlns:a="http://schemas.openxmlformats.org/drawingml/2006/main" noGrp="1"/>
          </p:cNvSpPr>
          <p:nvPr/>
        </p:nvSpPr>
        <p:spPr>
          <a:xfrm xmlns:a="http://schemas.openxmlformats.org/drawingml/2006/main">
            <a:off x="8001000" y="5495925"/>
            <a:ext cx="14763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seguidores</a:t>
            </a:r>
          </a:p>
        </p:txBody>
      </p:sp>
      <p:sp>
        <p:nvSpPr>
          <p:cNvPr id="51" name="text-92">
            <a:extLst xmlns:a="http://schemas.openxmlformats.org/drawingml/2006/main">
              <a:ext uri="{FF2B5EF4-FFF2-40B4-BE49-F238E27FC236}">
                <a16:creationId xmlns:a16="http://schemas.microsoft.com/office/drawing/2014/main" id="{B947F48D-31F0-41CC-9BE9-AB0E006870D2}"/>
              </a:ext>
            </a:extLst>
          </p:cNvPr>
          <p:cNvSpPr>
            <a:spLocks xmlns:a="http://schemas.openxmlformats.org/drawingml/2006/main" noGrp="1"/>
          </p:cNvSpPr>
          <p:nvPr/>
        </p:nvSpPr>
        <p:spPr>
          <a:xfrm xmlns:a="http://schemas.openxmlformats.org/drawingml/2006/main">
            <a:off x="9858375" y="5495925"/>
            <a:ext cx="1666875"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275" b="0">
                <a:solidFill>
                  <a:srgbClr val="5D555A"/>
                </a:solidFill>
                <a:latin typeface="Arial"/>
                <a:ea typeface="Arial"/>
                <a:cs typeface="Arial"/>
              </a:defRPr>
            </a:defPPr>
            <a:lvl1pPr>
              <a:defRPr sz="1275" b="0">
                <a:solidFill>
                  <a:srgbClr val="5D555A"/>
                </a:solidFill>
                <a:latin typeface="Arial"/>
                <a:ea typeface="Arial"/>
                <a:cs typeface="Arial"/>
              </a:defRPr>
            </a:lvl1pPr>
            <a:lvl2pPr>
              <a:defRPr sz="1275" b="0">
                <a:solidFill>
                  <a:srgbClr val="5D555A"/>
                </a:solidFill>
                <a:latin typeface="Arial"/>
                <a:ea typeface="Arial"/>
                <a:cs typeface="Arial"/>
              </a:defRPr>
            </a:lvl2pPr>
            <a:lvl3pPr>
              <a:defRPr sz="1275" b="0">
                <a:solidFill>
                  <a:srgbClr val="5D555A"/>
                </a:solidFill>
                <a:latin typeface="Arial"/>
                <a:ea typeface="Arial"/>
                <a:cs typeface="Arial"/>
              </a:defRPr>
            </a:lvl3pPr>
            <a:lvl4pPr>
              <a:defRPr sz="1275" b="0">
                <a:solidFill>
                  <a:srgbClr val="5D555A"/>
                </a:solidFill>
                <a:latin typeface="Arial"/>
                <a:ea typeface="Arial"/>
                <a:cs typeface="Arial"/>
              </a:defRPr>
            </a:lvl4pPr>
            <a:lvl5pPr>
              <a:defRPr sz="1275" b="0">
                <a:solidFill>
                  <a:srgbClr val="5D555A"/>
                </a:solidFill>
                <a:latin typeface="Arial"/>
                <a:ea typeface="Arial"/>
                <a:cs typeface="Arial"/>
              </a:defRPr>
            </a:lvl5pPr>
            <a:lvl6pPr>
              <a:defRPr sz="1275" b="0">
                <a:solidFill>
                  <a:srgbClr val="5D555A"/>
                </a:solidFill>
                <a:latin typeface="Arial"/>
                <a:ea typeface="Arial"/>
                <a:cs typeface="Arial"/>
              </a:defRPr>
            </a:lvl6pPr>
            <a:lvl7pPr>
              <a:defRPr sz="1275" b="0">
                <a:solidFill>
                  <a:srgbClr val="5D555A"/>
                </a:solidFill>
                <a:latin typeface="Arial"/>
                <a:ea typeface="Arial"/>
                <a:cs typeface="Arial"/>
              </a:defRPr>
            </a:lvl7pPr>
            <a:lvl8pPr>
              <a:defRPr sz="1275" b="0">
                <a:solidFill>
                  <a:srgbClr val="5D555A"/>
                </a:solidFill>
                <a:latin typeface="Arial"/>
                <a:ea typeface="Arial"/>
                <a:cs typeface="Arial"/>
              </a:defRPr>
            </a:lvl8pPr>
            <a:lvl9pPr>
              <a:defRPr sz="1275" b="0">
                <a:solidFill>
                  <a:srgbClr val="5D555A"/>
                </a:solidFill>
                <a:latin typeface="Arial"/>
                <a:ea typeface="Arial"/>
                <a:cs typeface="Arial"/>
              </a:defRPr>
            </a:lvl9pPr>
          </a:lstStyle>
          <a:p xmlns:a="http://schemas.openxmlformats.org/drawingml/2006/main">
            <a:pPr>
              <a:defRPr sz="1275" b="0">
                <a:solidFill>
                  <a:srgbClr val="5D555A"/>
                </a:solidFill>
                <a:latin typeface="Arial"/>
                <a:ea typeface="Arial"/>
                <a:cs typeface="Arial"/>
              </a:defRPr>
            </a:pPr>
            <a:r>
              <a:rPr sz="1275" b="0">
                <a:solidFill>
                  <a:srgbClr val="5D555A"/>
                </a:solidFill>
                <a:latin typeface="Arial"/>
                <a:ea typeface="Arial"/>
                <a:cs typeface="Arial"/>
              </a:rPr>
              <a:t>assinantes pagos</a:t>
            </a:r>
          </a:p>
        </p:txBody>
      </p:sp>
      <p:sp>
        <p:nvSpPr>
          <p:cNvPr id="52" name="text-93">
            <a:extLst xmlns:a="http://schemas.openxmlformats.org/drawingml/2006/main">
              <a:ext uri="{FF2B5EF4-FFF2-40B4-BE49-F238E27FC236}">
                <a16:creationId xmlns:a16="http://schemas.microsoft.com/office/drawing/2014/main" id="{FB5C2C18-0EE0-4F49-B607-64E32AE41A3F}"/>
              </a:ext>
            </a:extLst>
          </p:cNvPr>
          <p:cNvSpPr>
            <a:spLocks xmlns:a="http://schemas.openxmlformats.org/drawingml/2006/main" noGrp="1"/>
          </p:cNvSpPr>
          <p:nvPr/>
        </p:nvSpPr>
        <p:spPr>
          <a:xfrm xmlns:a="http://schemas.openxmlformats.org/drawingml/2006/main">
            <a:off x="7991475" y="6048375"/>
            <a:ext cx="3429000"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050" b="0">
                <a:solidFill>
                  <a:srgbClr val="5D555A"/>
                </a:solidFill>
                <a:latin typeface="Arial"/>
                <a:ea typeface="Arial"/>
                <a:cs typeface="Arial"/>
              </a:defRPr>
            </a:defPPr>
            <a:lvl1pPr>
              <a:defRPr sz="1050" b="0">
                <a:solidFill>
                  <a:srgbClr val="5D555A"/>
                </a:solidFill>
                <a:latin typeface="Arial"/>
                <a:ea typeface="Arial"/>
                <a:cs typeface="Arial"/>
              </a:defRPr>
            </a:lvl1pPr>
            <a:lvl2pPr>
              <a:defRPr sz="1050" b="0">
                <a:solidFill>
                  <a:srgbClr val="5D555A"/>
                </a:solidFill>
                <a:latin typeface="Arial"/>
                <a:ea typeface="Arial"/>
                <a:cs typeface="Arial"/>
              </a:defRPr>
            </a:lvl2pPr>
            <a:lvl3pPr>
              <a:defRPr sz="1050" b="0">
                <a:solidFill>
                  <a:srgbClr val="5D555A"/>
                </a:solidFill>
                <a:latin typeface="Arial"/>
                <a:ea typeface="Arial"/>
                <a:cs typeface="Arial"/>
              </a:defRPr>
            </a:lvl3pPr>
            <a:lvl4pPr>
              <a:defRPr sz="1050" b="0">
                <a:solidFill>
                  <a:srgbClr val="5D555A"/>
                </a:solidFill>
                <a:latin typeface="Arial"/>
                <a:ea typeface="Arial"/>
                <a:cs typeface="Arial"/>
              </a:defRPr>
            </a:lvl4pPr>
            <a:lvl5pPr>
              <a:defRPr sz="1050" b="0">
                <a:solidFill>
                  <a:srgbClr val="5D555A"/>
                </a:solidFill>
                <a:latin typeface="Arial"/>
                <a:ea typeface="Arial"/>
                <a:cs typeface="Arial"/>
              </a:defRPr>
            </a:lvl5pPr>
            <a:lvl6pPr>
              <a:defRPr sz="1050" b="0">
                <a:solidFill>
                  <a:srgbClr val="5D555A"/>
                </a:solidFill>
                <a:latin typeface="Arial"/>
                <a:ea typeface="Arial"/>
                <a:cs typeface="Arial"/>
              </a:defRPr>
            </a:lvl6pPr>
            <a:lvl7pPr>
              <a:defRPr sz="1050" b="0">
                <a:solidFill>
                  <a:srgbClr val="5D555A"/>
                </a:solidFill>
                <a:latin typeface="Arial"/>
                <a:ea typeface="Arial"/>
                <a:cs typeface="Arial"/>
              </a:defRPr>
            </a:lvl7pPr>
            <a:lvl8pPr>
              <a:defRPr sz="1050" b="0">
                <a:solidFill>
                  <a:srgbClr val="5D555A"/>
                </a:solidFill>
                <a:latin typeface="Arial"/>
                <a:ea typeface="Arial"/>
                <a:cs typeface="Arial"/>
              </a:defRPr>
            </a:lvl8pPr>
            <a:lvl9pPr>
              <a:defRPr sz="1050" b="0">
                <a:solidFill>
                  <a:srgbClr val="5D555A"/>
                </a:solidFill>
                <a:latin typeface="Arial"/>
                <a:ea typeface="Arial"/>
                <a:cs typeface="Arial"/>
              </a:defRPr>
            </a:lvl9pPr>
          </a:lstStyle>
          <a:p xmlns:a="http://schemas.openxmlformats.org/drawingml/2006/main">
            <a:pPr>
              <a:defRPr sz="1050" b="0">
                <a:solidFill>
                  <a:srgbClr val="5D555A"/>
                </a:solidFill>
                <a:latin typeface="Arial"/>
                <a:ea typeface="Arial"/>
                <a:cs typeface="Arial"/>
              </a:defRPr>
            </a:pPr>
            <a:r>
              <a:rPr sz="1050" b="0">
                <a:solidFill>
                  <a:srgbClr val="5D555A"/>
                </a:solidFill>
                <a:latin typeface="Arial"/>
                <a:ea typeface="Arial"/>
                <a:cs typeface="Arial"/>
              </a:rPr>
              <a:t>Fonte: Instagram Insights · out/2026</a:t>
            </a:r>
          </a:p>
        </p:txBody>
      </p:sp>
    </p:spTree>
    <p:extLst>
      <p:ext uri="{BB962C8B-B14F-4D97-AF65-F5344CB8AC3E}">
        <p14:creationId xmlns:p14="http://schemas.microsoft.com/office/powerpoint/2010/main" val="886823624"/>
      </p:ext>
    </p:extLst>
  </p:cSld>
</p:sld>
</file>

<file path=ppt/slides/slide5.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4" name="text-94">
            <a:extLst xmlns:a="http://schemas.openxmlformats.org/drawingml/2006/main">
              <a:ext uri="{FF2B5EF4-FFF2-40B4-BE49-F238E27FC236}">
                <a16:creationId xmlns:a16="http://schemas.microsoft.com/office/drawing/2014/main" id="{596E1D70-892C-4B48-8C54-1AF6770F8DB8}"/>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95">
            <a:extLst xmlns:a="http://schemas.openxmlformats.org/drawingml/2006/main">
              <a:ext uri="{FF2B5EF4-FFF2-40B4-BE49-F238E27FC236}">
                <a16:creationId xmlns:a16="http://schemas.microsoft.com/office/drawing/2014/main" id="{37798312-4D54-47E1-B4FD-3BBEF411FFEC}"/>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96">
            <a:extLst xmlns:a="http://schemas.openxmlformats.org/drawingml/2006/main">
              <a:ext uri="{FF2B5EF4-FFF2-40B4-BE49-F238E27FC236}">
                <a16:creationId xmlns:a16="http://schemas.microsoft.com/office/drawing/2014/main" id="{568EC0AA-44F7-44F7-B790-C79A570E3339}"/>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97">
            <a:extLst xmlns:a="http://schemas.openxmlformats.org/drawingml/2006/main">
              <a:ext uri="{FF2B5EF4-FFF2-40B4-BE49-F238E27FC236}">
                <a16:creationId xmlns:a16="http://schemas.microsoft.com/office/drawing/2014/main" id="{24A218FD-7B90-498A-BA3F-E01BDA003C81}"/>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Marcas com quem já trabalhou</a:t>
            </a:r>
          </a:p>
        </p:txBody>
      </p:sp>
      <p:sp>
        <p:nvSpPr>
          <p:cNvPr id="5" name="text-98">
            <a:extLst xmlns:a="http://schemas.openxmlformats.org/drawingml/2006/main">
              <a:ext uri="{FF2B5EF4-FFF2-40B4-BE49-F238E27FC236}">
                <a16:creationId xmlns:a16="http://schemas.microsoft.com/office/drawing/2014/main" id="{BAEEFAAB-E464-4F6C-B0BD-DA509CEAA2A6}"/>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5 / 6</a:t>
            </a:r>
          </a:p>
        </p:txBody>
      </p:sp>
      <p:sp>
        <p:nvSpPr>
          <p:cNvPr id="6" name="text-99">
            <a:extLst xmlns:a="http://schemas.openxmlformats.org/drawingml/2006/main">
              <a:ext uri="{FF2B5EF4-FFF2-40B4-BE49-F238E27FC236}">
                <a16:creationId xmlns:a16="http://schemas.microsoft.com/office/drawing/2014/main" id="{3B6AA3B5-8E99-4826-AD02-37C0D634D436}"/>
              </a:ext>
            </a:extLst>
          </p:cNvPr>
          <p:cNvSpPr>
            <a:spLocks xmlns:a="http://schemas.openxmlformats.org/drawingml/2006/main" noGrp="1"/>
          </p:cNvSpPr>
          <p:nvPr/>
        </p:nvSpPr>
        <p:spPr>
          <a:xfrm xmlns:a="http://schemas.openxmlformats.org/drawingml/2006/main">
            <a:off x="571500" y="1762125"/>
            <a:ext cx="4000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475" b="0">
                <a:solidFill>
                  <a:srgbClr val="C2142F"/>
                </a:solidFill>
                <a:latin typeface="Georgia"/>
                <a:ea typeface="Georgia"/>
                <a:cs typeface="Georgia"/>
              </a:defRPr>
            </a:defPPr>
            <a:lvl1pPr>
              <a:defRPr sz="2475" b="0">
                <a:solidFill>
                  <a:srgbClr val="C2142F"/>
                </a:solidFill>
                <a:latin typeface="Georgia"/>
                <a:ea typeface="Georgia"/>
                <a:cs typeface="Georgia"/>
              </a:defRPr>
            </a:lvl1pPr>
            <a:lvl2pPr>
              <a:defRPr sz="2475" b="0">
                <a:solidFill>
                  <a:srgbClr val="C2142F"/>
                </a:solidFill>
                <a:latin typeface="Georgia"/>
                <a:ea typeface="Georgia"/>
                <a:cs typeface="Georgia"/>
              </a:defRPr>
            </a:lvl2pPr>
            <a:lvl3pPr>
              <a:defRPr sz="2475" b="0">
                <a:solidFill>
                  <a:srgbClr val="C2142F"/>
                </a:solidFill>
                <a:latin typeface="Georgia"/>
                <a:ea typeface="Georgia"/>
                <a:cs typeface="Georgia"/>
              </a:defRPr>
            </a:lvl3pPr>
            <a:lvl4pPr>
              <a:defRPr sz="2475" b="0">
                <a:solidFill>
                  <a:srgbClr val="C2142F"/>
                </a:solidFill>
                <a:latin typeface="Georgia"/>
                <a:ea typeface="Georgia"/>
                <a:cs typeface="Georgia"/>
              </a:defRPr>
            </a:lvl4pPr>
            <a:lvl5pPr>
              <a:defRPr sz="2475" b="0">
                <a:solidFill>
                  <a:srgbClr val="C2142F"/>
                </a:solidFill>
                <a:latin typeface="Georgia"/>
                <a:ea typeface="Georgia"/>
                <a:cs typeface="Georgia"/>
              </a:defRPr>
            </a:lvl5pPr>
            <a:lvl6pPr>
              <a:defRPr sz="2475" b="0">
                <a:solidFill>
                  <a:srgbClr val="C2142F"/>
                </a:solidFill>
                <a:latin typeface="Georgia"/>
                <a:ea typeface="Georgia"/>
                <a:cs typeface="Georgia"/>
              </a:defRPr>
            </a:lvl6pPr>
            <a:lvl7pPr>
              <a:defRPr sz="2475" b="0">
                <a:solidFill>
                  <a:srgbClr val="C2142F"/>
                </a:solidFill>
                <a:latin typeface="Georgia"/>
                <a:ea typeface="Georgia"/>
                <a:cs typeface="Georgia"/>
              </a:defRPr>
            </a:lvl7pPr>
            <a:lvl8pPr>
              <a:defRPr sz="2475" b="0">
                <a:solidFill>
                  <a:srgbClr val="C2142F"/>
                </a:solidFill>
                <a:latin typeface="Georgia"/>
                <a:ea typeface="Georgia"/>
                <a:cs typeface="Georgia"/>
              </a:defRPr>
            </a:lvl8pPr>
            <a:lvl9pPr>
              <a:defRPr sz="2475" b="0">
                <a:solidFill>
                  <a:srgbClr val="C2142F"/>
                </a:solidFill>
                <a:latin typeface="Georgia"/>
                <a:ea typeface="Georgia"/>
                <a:cs typeface="Georgia"/>
              </a:defRPr>
            </a:lvl9pPr>
          </a:lstStyle>
          <a:p xmlns:a="http://schemas.openxmlformats.org/drawingml/2006/main">
            <a:pPr>
              <a:defRPr sz="2475" b="0">
                <a:solidFill>
                  <a:srgbClr val="C2142F"/>
                </a:solidFill>
                <a:latin typeface="Georgia"/>
                <a:ea typeface="Georgia"/>
                <a:cs typeface="Georgia"/>
              </a:defRPr>
            </a:pPr>
            <a:r>
              <a:rPr sz="2475" b="0">
                <a:solidFill>
                  <a:srgbClr val="C2142F"/>
                </a:solidFill>
                <a:latin typeface="Georgia"/>
                <a:ea typeface="Georgia"/>
                <a:cs typeface="Georgia"/>
              </a:rPr>
              <a:t>XP-Pen</a:t>
            </a:r>
          </a:p>
        </p:txBody>
      </p:sp>
      <p:sp>
        <p:nvSpPr>
          <p:cNvPr id="7" name="text-100">
            <a:extLst xmlns:a="http://schemas.openxmlformats.org/drawingml/2006/main">
              <a:ext uri="{FF2B5EF4-FFF2-40B4-BE49-F238E27FC236}">
                <a16:creationId xmlns:a16="http://schemas.microsoft.com/office/drawing/2014/main" id="{01E94C67-BAFF-4E34-A58D-80E1350EA82B}"/>
              </a:ext>
            </a:extLst>
          </p:cNvPr>
          <p:cNvSpPr>
            <a:spLocks xmlns:a="http://schemas.openxmlformats.org/drawingml/2006/main" noGrp="1"/>
          </p:cNvSpPr>
          <p:nvPr/>
        </p:nvSpPr>
        <p:spPr>
          <a:xfrm xmlns:a="http://schemas.openxmlformats.org/drawingml/2006/main">
            <a:off x="571500" y="2228850"/>
            <a:ext cx="48577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D555A"/>
                </a:solidFill>
                <a:latin typeface="Arial"/>
                <a:ea typeface="Arial"/>
                <a:cs typeface="Arial"/>
              </a:defRPr>
            </a:defPPr>
            <a:lvl1pPr>
              <a:defRPr sz="1500" b="0">
                <a:solidFill>
                  <a:srgbClr val="5D555A"/>
                </a:solidFill>
                <a:latin typeface="Arial"/>
                <a:ea typeface="Arial"/>
                <a:cs typeface="Arial"/>
              </a:defRPr>
            </a:lvl1pPr>
            <a:lvl2pPr>
              <a:defRPr sz="1500" b="0">
                <a:solidFill>
                  <a:srgbClr val="5D555A"/>
                </a:solidFill>
                <a:latin typeface="Arial"/>
                <a:ea typeface="Arial"/>
                <a:cs typeface="Arial"/>
              </a:defRPr>
            </a:lvl2pPr>
            <a:lvl3pPr>
              <a:defRPr sz="1500" b="0">
                <a:solidFill>
                  <a:srgbClr val="5D555A"/>
                </a:solidFill>
                <a:latin typeface="Arial"/>
                <a:ea typeface="Arial"/>
                <a:cs typeface="Arial"/>
              </a:defRPr>
            </a:lvl3pPr>
            <a:lvl4pPr>
              <a:defRPr sz="1500" b="0">
                <a:solidFill>
                  <a:srgbClr val="5D555A"/>
                </a:solidFill>
                <a:latin typeface="Arial"/>
                <a:ea typeface="Arial"/>
                <a:cs typeface="Arial"/>
              </a:defRPr>
            </a:lvl4pPr>
            <a:lvl5pPr>
              <a:defRPr sz="1500" b="0">
                <a:solidFill>
                  <a:srgbClr val="5D555A"/>
                </a:solidFill>
                <a:latin typeface="Arial"/>
                <a:ea typeface="Arial"/>
                <a:cs typeface="Arial"/>
              </a:defRPr>
            </a:lvl5pPr>
            <a:lvl6pPr>
              <a:defRPr sz="1500" b="0">
                <a:solidFill>
                  <a:srgbClr val="5D555A"/>
                </a:solidFill>
                <a:latin typeface="Arial"/>
                <a:ea typeface="Arial"/>
                <a:cs typeface="Arial"/>
              </a:defRPr>
            </a:lvl6pPr>
            <a:lvl7pPr>
              <a:defRPr sz="1500" b="0">
                <a:solidFill>
                  <a:srgbClr val="5D555A"/>
                </a:solidFill>
                <a:latin typeface="Arial"/>
                <a:ea typeface="Arial"/>
                <a:cs typeface="Arial"/>
              </a:defRPr>
            </a:lvl7pPr>
            <a:lvl8pPr>
              <a:defRPr sz="1500" b="0">
                <a:solidFill>
                  <a:srgbClr val="5D555A"/>
                </a:solidFill>
                <a:latin typeface="Arial"/>
                <a:ea typeface="Arial"/>
                <a:cs typeface="Arial"/>
              </a:defRPr>
            </a:lvl8pPr>
            <a:lvl9pPr>
              <a:defRPr sz="1500" b="0">
                <a:solidFill>
                  <a:srgbClr val="5D555A"/>
                </a:solidFill>
                <a:latin typeface="Arial"/>
                <a:ea typeface="Arial"/>
                <a:cs typeface="Arial"/>
              </a:defRPr>
            </a:lvl9pPr>
          </a:lstStyle>
          <a:p xmlns:a="http://schemas.openxmlformats.org/drawingml/2006/main">
            <a:pPr>
              <a:defRPr sz="1500" b="0">
                <a:solidFill>
                  <a:srgbClr val="5D555A"/>
                </a:solidFill>
                <a:latin typeface="Arial"/>
                <a:ea typeface="Arial"/>
                <a:cs typeface="Arial"/>
              </a:defRPr>
            </a:pPr>
            <a:r>
              <a:rPr sz="1500" b="0">
                <a:solidFill>
                  <a:srgbClr val="5D555A"/>
                </a:solidFill>
                <a:latin typeface="Arial"/>
                <a:ea typeface="Arial"/>
                <a:cs typeface="Arial"/>
              </a:rPr>
              <a:t>Resenha da Deco 03 e sorteio · 2021</a:t>
            </a:r>
          </a:p>
        </p:txBody>
      </p:sp>
      <p:pic>
        <p:nvPicPr>
          <p:cNvPr id="8" name="">
            <a:extLst xmlns:a="http://schemas.openxmlformats.org/drawingml/2006/main">
              <a:ext uri="{FF2B5EF4-FFF2-40B4-BE49-F238E27FC236}">
                <a16:creationId xmlns:a16="http://schemas.microsoft.com/office/drawing/2014/main" id="{7F94CF0E-2A6F-4132-8CC8-E0095C57B2AC}"/>
              </a:ext>
            </a:extLst>
          </p:cNvPr>
          <p:cNvPicPr>
            <a:picLocks xmlns:a="http://schemas.openxmlformats.org/drawingml/2006/main" noChangeAspect="1"/>
          </p:cNvPicPr>
          <p:nvPr/>
        </p:nvPicPr>
        <p:blipFill>
          <a:blip xmlns:r="http://schemas.openxmlformats.org/officeDocument/2006/relationships" xmlns:a="http://schemas.openxmlformats.org/drawingml/2006/main" r:embed="R01ed0b27796a43b0"/>
          <a:stretch xmlns:a="http://schemas.openxmlformats.org/drawingml/2006/main"/>
        </p:blipFill>
        <p:spPr>
          <a:xfrm xmlns:a="http://schemas.openxmlformats.org/drawingml/2006/main">
            <a:off x="574014" y="2800350"/>
            <a:ext cx="4614598" cy="3105150"/>
          </a:xfrm>
          <a:prstGeom xmlns:a="http://schemas.openxmlformats.org/drawingml/2006/main" prst="rect">
            <a:avLst/>
          </a:prstGeom>
        </p:spPr>
      </p:pic>
      <p:pic>
        <p:nvPicPr>
          <p:cNvPr id="9" name="">
            <a:extLst xmlns:a="http://schemas.openxmlformats.org/drawingml/2006/main">
              <a:ext uri="{FF2B5EF4-FFF2-40B4-BE49-F238E27FC236}">
                <a16:creationId xmlns:a16="http://schemas.microsoft.com/office/drawing/2014/main" id="{E139CE43-C153-4B10-9E18-2C6FCD0FF616}"/>
              </a:ext>
            </a:extLst>
          </p:cNvPr>
          <p:cNvPicPr>
            <a:picLocks xmlns:a="http://schemas.openxmlformats.org/drawingml/2006/main" noChangeAspect="1"/>
          </p:cNvPicPr>
          <p:nvPr/>
        </p:nvPicPr>
        <p:blipFill>
          <a:blip xmlns:r="http://schemas.openxmlformats.org/officeDocument/2006/relationships" xmlns:a="http://schemas.openxmlformats.org/drawingml/2006/main" r:embed="R6e47b06eec124546"/>
          <a:stretch xmlns:a="http://schemas.openxmlformats.org/drawingml/2006/main"/>
        </p:blipFill>
        <p:spPr>
          <a:xfrm xmlns:a="http://schemas.openxmlformats.org/drawingml/2006/main">
            <a:off x="3676650" y="5078866"/>
            <a:ext cx="1514475" cy="1081768"/>
          </a:xfrm>
          <a:prstGeom xmlns:a="http://schemas.openxmlformats.org/drawingml/2006/main" prst="rect">
            <a:avLst/>
          </a:prstGeom>
        </p:spPr>
      </p:pic>
      <p:sp>
        <p:nvSpPr>
          <p:cNvPr id="10" name="text-101">
            <a:extLst xmlns:a="http://schemas.openxmlformats.org/drawingml/2006/main">
              <a:ext uri="{FF2B5EF4-FFF2-40B4-BE49-F238E27FC236}">
                <a16:creationId xmlns:a16="http://schemas.microsoft.com/office/drawing/2014/main" id="{325AB51E-5D54-49BC-9C55-6062A0993D8D}"/>
              </a:ext>
            </a:extLst>
          </p:cNvPr>
          <p:cNvSpPr>
            <a:spLocks xmlns:a="http://schemas.openxmlformats.org/drawingml/2006/main" noGrp="1"/>
          </p:cNvSpPr>
          <p:nvPr/>
        </p:nvSpPr>
        <p:spPr>
          <a:xfrm xmlns:a="http://schemas.openxmlformats.org/drawingml/2006/main">
            <a:off x="5581650" y="17907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BRIEFING</a:t>
            </a:r>
          </a:p>
        </p:txBody>
      </p:sp>
      <p:sp>
        <p:nvSpPr>
          <p:cNvPr id="11" name="text-102">
            <a:extLst xmlns:a="http://schemas.openxmlformats.org/drawingml/2006/main">
              <a:ext uri="{FF2B5EF4-FFF2-40B4-BE49-F238E27FC236}">
                <a16:creationId xmlns:a16="http://schemas.microsoft.com/office/drawing/2014/main" id="{C084F95D-AF59-44F4-8191-2CA17992DF46}"/>
              </a:ext>
            </a:extLst>
          </p:cNvPr>
          <p:cNvSpPr>
            <a:spLocks xmlns:a="http://schemas.openxmlformats.org/drawingml/2006/main" noGrp="1"/>
          </p:cNvSpPr>
          <p:nvPr/>
        </p:nvSpPr>
        <p:spPr>
          <a:xfrm xmlns:a="http://schemas.openxmlformats.org/drawingml/2006/main">
            <a:off x="5581650" y="2095500"/>
            <a:ext cx="5981700" cy="962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0D0B10"/>
                </a:solidFill>
                <a:latin typeface="Arial"/>
                <a:ea typeface="Arial"/>
                <a:cs typeface="Arial"/>
              </a:defRPr>
            </a:defPPr>
            <a:lvl1pPr>
              <a:defRPr sz="1500" b="0">
                <a:solidFill>
                  <a:srgbClr val="0D0B10"/>
                </a:solidFill>
                <a:latin typeface="Arial"/>
                <a:ea typeface="Arial"/>
                <a:cs typeface="Arial"/>
              </a:defRPr>
            </a:lvl1pPr>
            <a:lvl2pPr>
              <a:defRPr sz="1500" b="0">
                <a:solidFill>
                  <a:srgbClr val="0D0B10"/>
                </a:solidFill>
                <a:latin typeface="Arial"/>
                <a:ea typeface="Arial"/>
                <a:cs typeface="Arial"/>
              </a:defRPr>
            </a:lvl2pPr>
            <a:lvl3pPr>
              <a:defRPr sz="1500" b="0">
                <a:solidFill>
                  <a:srgbClr val="0D0B10"/>
                </a:solidFill>
                <a:latin typeface="Arial"/>
                <a:ea typeface="Arial"/>
                <a:cs typeface="Arial"/>
              </a:defRPr>
            </a:lvl3pPr>
            <a:lvl4pPr>
              <a:defRPr sz="1500" b="0">
                <a:solidFill>
                  <a:srgbClr val="0D0B10"/>
                </a:solidFill>
                <a:latin typeface="Arial"/>
                <a:ea typeface="Arial"/>
                <a:cs typeface="Arial"/>
              </a:defRPr>
            </a:lvl4pPr>
            <a:lvl5pPr>
              <a:defRPr sz="1500" b="0">
                <a:solidFill>
                  <a:srgbClr val="0D0B10"/>
                </a:solidFill>
                <a:latin typeface="Arial"/>
                <a:ea typeface="Arial"/>
                <a:cs typeface="Arial"/>
              </a:defRPr>
            </a:lvl5pPr>
            <a:lvl6pPr>
              <a:defRPr sz="1500" b="0">
                <a:solidFill>
                  <a:srgbClr val="0D0B10"/>
                </a:solidFill>
                <a:latin typeface="Arial"/>
                <a:ea typeface="Arial"/>
                <a:cs typeface="Arial"/>
              </a:defRPr>
            </a:lvl6pPr>
            <a:lvl7pPr>
              <a:defRPr sz="1500" b="0">
                <a:solidFill>
                  <a:srgbClr val="0D0B10"/>
                </a:solidFill>
                <a:latin typeface="Arial"/>
                <a:ea typeface="Arial"/>
                <a:cs typeface="Arial"/>
              </a:defRPr>
            </a:lvl7pPr>
            <a:lvl8pPr>
              <a:defRPr sz="1500" b="0">
                <a:solidFill>
                  <a:srgbClr val="0D0B10"/>
                </a:solidFill>
                <a:latin typeface="Arial"/>
                <a:ea typeface="Arial"/>
                <a:cs typeface="Arial"/>
              </a:defRPr>
            </a:lvl8pPr>
            <a:lvl9pPr>
              <a:defRPr sz="1500" b="0">
                <a:solidFill>
                  <a:srgbClr val="0D0B10"/>
                </a:solidFill>
                <a:latin typeface="Arial"/>
                <a:ea typeface="Arial"/>
                <a:cs typeface="Arial"/>
              </a:defRPr>
            </a:lvl9pPr>
          </a:lstStyle>
          <a:p xmlns:a="http://schemas.openxmlformats.org/drawingml/2006/main">
            <a:pPr>
              <a:defRPr sz="1500" b="0">
                <a:solidFill>
                  <a:srgbClr val="0D0B10"/>
                </a:solidFill>
                <a:latin typeface="Arial"/>
                <a:ea typeface="Arial"/>
                <a:cs typeface="Arial"/>
              </a:defRPr>
            </a:pPr>
            <a:r>
              <a:rPr sz="1500" b="0">
                <a:solidFill>
                  <a:srgbClr val="0D0B10"/>
                </a:solidFill>
                <a:latin typeface="Arial"/>
                <a:ea typeface="Arial"/>
                <a:cs typeface="Arial"/>
              </a:rPr>
              <a:t>A XP-Pen Brasil enviou a Deco 03 para Giums testar e avaliar. A artista produziu uma resenha, divulgou o sorteio e compartilhou suas impressões com a marca.</a:t>
            </a:r>
          </a:p>
        </p:txBody>
      </p:sp>
      <p:sp>
        <p:nvSpPr>
          <p:cNvPr id="12" name="text-103">
            <a:extLst xmlns:a="http://schemas.openxmlformats.org/drawingml/2006/main">
              <a:ext uri="{FF2B5EF4-FFF2-40B4-BE49-F238E27FC236}">
                <a16:creationId xmlns:a16="http://schemas.microsoft.com/office/drawing/2014/main" id="{C0232861-D132-4365-A07C-07904B469F5D}"/>
              </a:ext>
            </a:extLst>
          </p:cNvPr>
          <p:cNvSpPr>
            <a:spLocks xmlns:a="http://schemas.openxmlformats.org/drawingml/2006/main" noGrp="1"/>
          </p:cNvSpPr>
          <p:nvPr/>
        </p:nvSpPr>
        <p:spPr>
          <a:xfrm xmlns:a="http://schemas.openxmlformats.org/drawingml/2006/main">
            <a:off x="5581650" y="3143250"/>
            <a:ext cx="1714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PERÍODO</a:t>
            </a:r>
          </a:p>
        </p:txBody>
      </p:sp>
      <p:sp>
        <p:nvSpPr>
          <p:cNvPr id="13" name="text-104">
            <a:extLst xmlns:a="http://schemas.openxmlformats.org/drawingml/2006/main">
              <a:ext uri="{FF2B5EF4-FFF2-40B4-BE49-F238E27FC236}">
                <a16:creationId xmlns:a16="http://schemas.microsoft.com/office/drawing/2014/main" id="{A35F6CF9-7CD7-4EEE-8433-6760FAA1F7D8}"/>
              </a:ext>
            </a:extLst>
          </p:cNvPr>
          <p:cNvSpPr>
            <a:spLocks xmlns:a="http://schemas.openxmlformats.org/drawingml/2006/main" noGrp="1"/>
          </p:cNvSpPr>
          <p:nvPr/>
        </p:nvSpPr>
        <p:spPr>
          <a:xfrm xmlns:a="http://schemas.openxmlformats.org/drawingml/2006/main">
            <a:off x="5581650" y="3419475"/>
            <a:ext cx="5953125" cy="276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00" b="0">
                <a:solidFill>
                  <a:srgbClr val="5D555A"/>
                </a:solidFill>
                <a:latin typeface="Arial"/>
                <a:ea typeface="Arial"/>
                <a:cs typeface="Arial"/>
              </a:defRPr>
            </a:defPPr>
            <a:lvl1pPr>
              <a:defRPr sz="1500" b="0">
                <a:solidFill>
                  <a:srgbClr val="5D555A"/>
                </a:solidFill>
                <a:latin typeface="Arial"/>
                <a:ea typeface="Arial"/>
                <a:cs typeface="Arial"/>
              </a:defRPr>
            </a:lvl1pPr>
            <a:lvl2pPr>
              <a:defRPr sz="1500" b="0">
                <a:solidFill>
                  <a:srgbClr val="5D555A"/>
                </a:solidFill>
                <a:latin typeface="Arial"/>
                <a:ea typeface="Arial"/>
                <a:cs typeface="Arial"/>
              </a:defRPr>
            </a:lvl2pPr>
            <a:lvl3pPr>
              <a:defRPr sz="1500" b="0">
                <a:solidFill>
                  <a:srgbClr val="5D555A"/>
                </a:solidFill>
                <a:latin typeface="Arial"/>
                <a:ea typeface="Arial"/>
                <a:cs typeface="Arial"/>
              </a:defRPr>
            </a:lvl3pPr>
            <a:lvl4pPr>
              <a:defRPr sz="1500" b="0">
                <a:solidFill>
                  <a:srgbClr val="5D555A"/>
                </a:solidFill>
                <a:latin typeface="Arial"/>
                <a:ea typeface="Arial"/>
                <a:cs typeface="Arial"/>
              </a:defRPr>
            </a:lvl4pPr>
            <a:lvl5pPr>
              <a:defRPr sz="1500" b="0">
                <a:solidFill>
                  <a:srgbClr val="5D555A"/>
                </a:solidFill>
                <a:latin typeface="Arial"/>
                <a:ea typeface="Arial"/>
                <a:cs typeface="Arial"/>
              </a:defRPr>
            </a:lvl5pPr>
            <a:lvl6pPr>
              <a:defRPr sz="1500" b="0">
                <a:solidFill>
                  <a:srgbClr val="5D555A"/>
                </a:solidFill>
                <a:latin typeface="Arial"/>
                <a:ea typeface="Arial"/>
                <a:cs typeface="Arial"/>
              </a:defRPr>
            </a:lvl6pPr>
            <a:lvl7pPr>
              <a:defRPr sz="1500" b="0">
                <a:solidFill>
                  <a:srgbClr val="5D555A"/>
                </a:solidFill>
                <a:latin typeface="Arial"/>
                <a:ea typeface="Arial"/>
                <a:cs typeface="Arial"/>
              </a:defRPr>
            </a:lvl7pPr>
            <a:lvl8pPr>
              <a:defRPr sz="1500" b="0">
                <a:solidFill>
                  <a:srgbClr val="5D555A"/>
                </a:solidFill>
                <a:latin typeface="Arial"/>
                <a:ea typeface="Arial"/>
                <a:cs typeface="Arial"/>
              </a:defRPr>
            </a:lvl8pPr>
            <a:lvl9pPr>
              <a:defRPr sz="1500" b="0">
                <a:solidFill>
                  <a:srgbClr val="5D555A"/>
                </a:solidFill>
                <a:latin typeface="Arial"/>
                <a:ea typeface="Arial"/>
                <a:cs typeface="Arial"/>
              </a:defRPr>
            </a:lvl9pPr>
          </a:lstStyle>
          <a:p xmlns:a="http://schemas.openxmlformats.org/drawingml/2006/main">
            <a:pPr>
              <a:defRPr sz="1500" b="0">
                <a:solidFill>
                  <a:srgbClr val="5D555A"/>
                </a:solidFill>
                <a:latin typeface="Arial"/>
                <a:ea typeface="Arial"/>
                <a:cs typeface="Arial"/>
              </a:defRPr>
            </a:pPr>
            <a:r>
              <a:rPr sz="1500" b="0">
                <a:solidFill>
                  <a:srgbClr val="5D555A"/>
                </a:solidFill>
                <a:latin typeface="Arial"/>
                <a:ea typeface="Arial"/>
                <a:cs typeface="Arial"/>
              </a:rPr>
              <a:t>Junho – julho de 2021</a:t>
            </a:r>
          </a:p>
        </p:txBody>
      </p:sp>
      <p:sp>
        <p:nvSpPr>
          <p:cNvPr id="14" name="text-105">
            <a:extLst xmlns:a="http://schemas.openxmlformats.org/drawingml/2006/main">
              <a:ext uri="{FF2B5EF4-FFF2-40B4-BE49-F238E27FC236}">
                <a16:creationId xmlns:a16="http://schemas.microsoft.com/office/drawing/2014/main" id="{F68FA4E6-9F5C-4D36-B2F5-6190F6B29658}"/>
              </a:ext>
            </a:extLst>
          </p:cNvPr>
          <p:cNvSpPr>
            <a:spLocks xmlns:a="http://schemas.openxmlformats.org/drawingml/2006/main" noGrp="1"/>
          </p:cNvSpPr>
          <p:nvPr/>
        </p:nvSpPr>
        <p:spPr>
          <a:xfrm xmlns:a="http://schemas.openxmlformats.org/drawingml/2006/main">
            <a:off x="5581650" y="3771900"/>
            <a:ext cx="285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ENTREGAS</a:t>
            </a:r>
          </a:p>
        </p:txBody>
      </p:sp>
      <p:sp>
        <p:nvSpPr>
          <p:cNvPr id="15" name="text-106">
            <a:extLst xmlns:a="http://schemas.openxmlformats.org/drawingml/2006/main">
              <a:ext uri="{FF2B5EF4-FFF2-40B4-BE49-F238E27FC236}">
                <a16:creationId xmlns:a16="http://schemas.microsoft.com/office/drawing/2014/main" id="{F1B6E005-3A3B-4F46-BA39-42A4F9897EA9}"/>
              </a:ext>
            </a:extLst>
          </p:cNvPr>
          <p:cNvSpPr>
            <a:spLocks xmlns:a="http://schemas.openxmlformats.org/drawingml/2006/main" noGrp="1"/>
          </p:cNvSpPr>
          <p:nvPr/>
        </p:nvSpPr>
        <p:spPr>
          <a:xfrm xmlns:a="http://schemas.openxmlformats.org/drawingml/2006/main">
            <a:off x="5581650" y="4057650"/>
            <a:ext cx="59817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425" b="0">
                <a:solidFill>
                  <a:srgbClr val="5D555A"/>
                </a:solidFill>
                <a:latin typeface="Arial"/>
                <a:ea typeface="Arial"/>
                <a:cs typeface="Arial"/>
              </a:defRPr>
            </a:defPPr>
            <a:lvl1pPr>
              <a:defRPr sz="1425" b="0">
                <a:solidFill>
                  <a:srgbClr val="5D555A"/>
                </a:solidFill>
                <a:latin typeface="Arial"/>
                <a:ea typeface="Arial"/>
                <a:cs typeface="Arial"/>
              </a:defRPr>
            </a:lvl1pPr>
            <a:lvl2pPr>
              <a:defRPr sz="1425" b="0">
                <a:solidFill>
                  <a:srgbClr val="5D555A"/>
                </a:solidFill>
                <a:latin typeface="Arial"/>
                <a:ea typeface="Arial"/>
                <a:cs typeface="Arial"/>
              </a:defRPr>
            </a:lvl2pPr>
            <a:lvl3pPr>
              <a:defRPr sz="1425" b="0">
                <a:solidFill>
                  <a:srgbClr val="5D555A"/>
                </a:solidFill>
                <a:latin typeface="Arial"/>
                <a:ea typeface="Arial"/>
                <a:cs typeface="Arial"/>
              </a:defRPr>
            </a:lvl3pPr>
            <a:lvl4pPr>
              <a:defRPr sz="1425" b="0">
                <a:solidFill>
                  <a:srgbClr val="5D555A"/>
                </a:solidFill>
                <a:latin typeface="Arial"/>
                <a:ea typeface="Arial"/>
                <a:cs typeface="Arial"/>
              </a:defRPr>
            </a:lvl4pPr>
            <a:lvl5pPr>
              <a:defRPr sz="1425" b="0">
                <a:solidFill>
                  <a:srgbClr val="5D555A"/>
                </a:solidFill>
                <a:latin typeface="Arial"/>
                <a:ea typeface="Arial"/>
                <a:cs typeface="Arial"/>
              </a:defRPr>
            </a:lvl5pPr>
            <a:lvl6pPr>
              <a:defRPr sz="1425" b="0">
                <a:solidFill>
                  <a:srgbClr val="5D555A"/>
                </a:solidFill>
                <a:latin typeface="Arial"/>
                <a:ea typeface="Arial"/>
                <a:cs typeface="Arial"/>
              </a:defRPr>
            </a:lvl6pPr>
            <a:lvl7pPr>
              <a:defRPr sz="1425" b="0">
                <a:solidFill>
                  <a:srgbClr val="5D555A"/>
                </a:solidFill>
                <a:latin typeface="Arial"/>
                <a:ea typeface="Arial"/>
                <a:cs typeface="Arial"/>
              </a:defRPr>
            </a:lvl7pPr>
            <a:lvl8pPr>
              <a:defRPr sz="1425" b="0">
                <a:solidFill>
                  <a:srgbClr val="5D555A"/>
                </a:solidFill>
                <a:latin typeface="Arial"/>
                <a:ea typeface="Arial"/>
                <a:cs typeface="Arial"/>
              </a:defRPr>
            </a:lvl8pPr>
            <a:lvl9pPr>
              <a:defRPr sz="1425" b="0">
                <a:solidFill>
                  <a:srgbClr val="5D555A"/>
                </a:solidFill>
                <a:latin typeface="Arial"/>
                <a:ea typeface="Arial"/>
                <a:cs typeface="Arial"/>
              </a:defRPr>
            </a:lvl9pPr>
          </a:lstStyle>
          <a:p xmlns:a="http://schemas.openxmlformats.org/drawingml/2006/main">
            <a:pPr>
              <a:defRPr sz="1425" b="0">
                <a:solidFill>
                  <a:srgbClr val="5D555A"/>
                </a:solidFill>
                <a:latin typeface="Arial"/>
                <a:ea typeface="Arial"/>
                <a:cs typeface="Arial"/>
              </a:defRPr>
            </a:pPr>
            <a:r>
              <a:rPr sz="1425" b="0">
                <a:solidFill>
                  <a:srgbClr val="5D555A"/>
                </a:solidFill>
                <a:latin typeface="Arial"/>
                <a:ea typeface="Arial"/>
                <a:cs typeface="Arial"/>
              </a:rPr>
              <a:t>Reel no Instagram anunciando a resenha e o sorteio; vídeo no YouTube (9:53) com a resenha da XP-Pen Deco 03 e um sketch de fanart da Yone; sorteio do tablet com artes exclusivas; cupom de desconto para a audiência.</a:t>
            </a:r>
          </a:p>
        </p:txBody>
      </p:sp>
      <p:sp>
        <p:nvSpPr>
          <p:cNvPr id="16" name="text-107">
            <a:extLst xmlns:a="http://schemas.openxmlformats.org/drawingml/2006/main">
              <a:ext uri="{FF2B5EF4-FFF2-40B4-BE49-F238E27FC236}">
                <a16:creationId xmlns:a16="http://schemas.microsoft.com/office/drawing/2014/main" id="{6F871836-B2E1-4ECD-B63A-28EC74BFA975}"/>
              </a:ext>
            </a:extLst>
          </p:cNvPr>
          <p:cNvSpPr>
            <a:spLocks xmlns:a="http://schemas.openxmlformats.org/drawingml/2006/main" noGrp="1"/>
          </p:cNvSpPr>
          <p:nvPr/>
        </p:nvSpPr>
        <p:spPr>
          <a:xfrm xmlns:a="http://schemas.openxmlformats.org/drawingml/2006/main">
            <a:off x="5581650" y="5286375"/>
            <a:ext cx="2000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RESULTADOS</a:t>
            </a:r>
          </a:p>
        </p:txBody>
      </p:sp>
      <p:sp>
        <p:nvSpPr>
          <p:cNvPr id="17" name="text-108">
            <a:extLst xmlns:a="http://schemas.openxmlformats.org/drawingml/2006/main">
              <a:ext uri="{FF2B5EF4-FFF2-40B4-BE49-F238E27FC236}">
                <a16:creationId xmlns:a16="http://schemas.microsoft.com/office/drawing/2014/main" id="{E2125D76-52EF-4568-AB05-C951CB2C216A}"/>
              </a:ext>
            </a:extLst>
          </p:cNvPr>
          <p:cNvSpPr>
            <a:spLocks xmlns:a="http://schemas.openxmlformats.org/drawingml/2006/main" noGrp="1"/>
          </p:cNvSpPr>
          <p:nvPr/>
        </p:nvSpPr>
        <p:spPr>
          <a:xfrm xmlns:a="http://schemas.openxmlformats.org/drawingml/2006/main">
            <a:off x="5581650" y="5543550"/>
            <a:ext cx="5981700" cy="600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0D0B10"/>
                </a:solidFill>
                <a:latin typeface="Arial"/>
                <a:ea typeface="Arial"/>
                <a:cs typeface="Arial"/>
              </a:defRPr>
            </a:defPPr>
            <a:lvl1pPr>
              <a:defRPr sz="1350" b="0">
                <a:solidFill>
                  <a:srgbClr val="0D0B10"/>
                </a:solidFill>
                <a:latin typeface="Arial"/>
                <a:ea typeface="Arial"/>
                <a:cs typeface="Arial"/>
              </a:defRPr>
            </a:lvl1pPr>
            <a:lvl2pPr>
              <a:defRPr sz="1350" b="0">
                <a:solidFill>
                  <a:srgbClr val="0D0B10"/>
                </a:solidFill>
                <a:latin typeface="Arial"/>
                <a:ea typeface="Arial"/>
                <a:cs typeface="Arial"/>
              </a:defRPr>
            </a:lvl2pPr>
            <a:lvl3pPr>
              <a:defRPr sz="1350" b="0">
                <a:solidFill>
                  <a:srgbClr val="0D0B10"/>
                </a:solidFill>
                <a:latin typeface="Arial"/>
                <a:ea typeface="Arial"/>
                <a:cs typeface="Arial"/>
              </a:defRPr>
            </a:lvl3pPr>
            <a:lvl4pPr>
              <a:defRPr sz="1350" b="0">
                <a:solidFill>
                  <a:srgbClr val="0D0B10"/>
                </a:solidFill>
                <a:latin typeface="Arial"/>
                <a:ea typeface="Arial"/>
                <a:cs typeface="Arial"/>
              </a:defRPr>
            </a:lvl4pPr>
            <a:lvl5pPr>
              <a:defRPr sz="1350" b="0">
                <a:solidFill>
                  <a:srgbClr val="0D0B10"/>
                </a:solidFill>
                <a:latin typeface="Arial"/>
                <a:ea typeface="Arial"/>
                <a:cs typeface="Arial"/>
              </a:defRPr>
            </a:lvl5pPr>
            <a:lvl6pPr>
              <a:defRPr sz="1350" b="0">
                <a:solidFill>
                  <a:srgbClr val="0D0B10"/>
                </a:solidFill>
                <a:latin typeface="Arial"/>
                <a:ea typeface="Arial"/>
                <a:cs typeface="Arial"/>
              </a:defRPr>
            </a:lvl6pPr>
            <a:lvl7pPr>
              <a:defRPr sz="1350" b="0">
                <a:solidFill>
                  <a:srgbClr val="0D0B10"/>
                </a:solidFill>
                <a:latin typeface="Arial"/>
                <a:ea typeface="Arial"/>
                <a:cs typeface="Arial"/>
              </a:defRPr>
            </a:lvl7pPr>
            <a:lvl8pPr>
              <a:defRPr sz="1350" b="0">
                <a:solidFill>
                  <a:srgbClr val="0D0B10"/>
                </a:solidFill>
                <a:latin typeface="Arial"/>
                <a:ea typeface="Arial"/>
                <a:cs typeface="Arial"/>
              </a:defRPr>
            </a:lvl8pPr>
            <a:lvl9pPr>
              <a:defRPr sz="1350" b="0">
                <a:solidFill>
                  <a:srgbClr val="0D0B10"/>
                </a:solidFill>
                <a:latin typeface="Arial"/>
                <a:ea typeface="Arial"/>
                <a:cs typeface="Arial"/>
              </a:defRPr>
            </a:lvl9pPr>
          </a:lstStyle>
          <a:p xmlns:a="http://schemas.openxmlformats.org/drawingml/2006/main">
            <a:pPr>
              <a:defRPr sz="1350" b="0">
                <a:solidFill>
                  <a:srgbClr val="0D0B10"/>
                </a:solidFill>
                <a:latin typeface="Arial"/>
                <a:ea typeface="Arial"/>
                <a:cs typeface="Arial"/>
              </a:defRPr>
            </a:pPr>
            <a:r>
              <a:rPr sz="1350" b="0">
                <a:solidFill>
                  <a:srgbClr val="0D0B10"/>
                </a:solidFill>
                <a:latin typeface="Arial"/>
                <a:ea typeface="Arial"/>
                <a:cs typeface="Arial"/>
              </a:rPr>
              <a:t>YouTube: 3,2 mil visualizações, 161 curtidas. Reel no Instagram: 221 curtidas, 10 comentários (out/2026).</a:t>
            </a:r>
          </a:p>
        </p:txBody>
      </p:sp>
      <p:sp>
        <p:nvSpPr>
          <p:cNvPr id="18" name="text-109">
            <a:extLst xmlns:a="http://schemas.openxmlformats.org/drawingml/2006/main">
              <a:ext uri="{FF2B5EF4-FFF2-40B4-BE49-F238E27FC236}">
                <a16:creationId xmlns:a16="http://schemas.microsoft.com/office/drawing/2014/main" id="{D56D6826-C49D-4975-BBC7-9337E4CABBAB}"/>
              </a:ext>
            </a:extLst>
          </p:cNvPr>
          <p:cNvSpPr>
            <a:spLocks xmlns:a="http://schemas.openxmlformats.org/drawingml/2006/main" noGrp="1"/>
          </p:cNvSpPr>
          <p:nvPr/>
        </p:nvSpPr>
        <p:spPr>
          <a:xfrm xmlns:a="http://schemas.openxmlformats.org/drawingml/2006/main">
            <a:off x="5581650" y="6162675"/>
            <a:ext cx="1695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2142F"/>
                </a:solidFill>
                <a:latin typeface="Arial"/>
                <a:ea typeface="Arial"/>
                <a:cs typeface="Arial"/>
              </a:defRPr>
            </a:defPPr>
            <a:lvl1pPr>
              <a:defRPr sz="1350" b="0">
                <a:solidFill>
                  <a:srgbClr val="C2142F"/>
                </a:solidFill>
                <a:latin typeface="Arial"/>
                <a:ea typeface="Arial"/>
                <a:cs typeface="Arial"/>
              </a:defRPr>
            </a:lvl1pPr>
            <a:lvl2pPr>
              <a:defRPr sz="1350" b="0">
                <a:solidFill>
                  <a:srgbClr val="C2142F"/>
                </a:solidFill>
                <a:latin typeface="Arial"/>
                <a:ea typeface="Arial"/>
                <a:cs typeface="Arial"/>
              </a:defRPr>
            </a:lvl2pPr>
            <a:lvl3pPr>
              <a:defRPr sz="1350" b="0">
                <a:solidFill>
                  <a:srgbClr val="C2142F"/>
                </a:solidFill>
                <a:latin typeface="Arial"/>
                <a:ea typeface="Arial"/>
                <a:cs typeface="Arial"/>
              </a:defRPr>
            </a:lvl3pPr>
            <a:lvl4pPr>
              <a:defRPr sz="1350" b="0">
                <a:solidFill>
                  <a:srgbClr val="C2142F"/>
                </a:solidFill>
                <a:latin typeface="Arial"/>
                <a:ea typeface="Arial"/>
                <a:cs typeface="Arial"/>
              </a:defRPr>
            </a:lvl4pPr>
            <a:lvl5pPr>
              <a:defRPr sz="1350" b="0">
                <a:solidFill>
                  <a:srgbClr val="C2142F"/>
                </a:solidFill>
                <a:latin typeface="Arial"/>
                <a:ea typeface="Arial"/>
                <a:cs typeface="Arial"/>
              </a:defRPr>
            </a:lvl5pPr>
            <a:lvl6pPr>
              <a:defRPr sz="1350" b="0">
                <a:solidFill>
                  <a:srgbClr val="C2142F"/>
                </a:solidFill>
                <a:latin typeface="Arial"/>
                <a:ea typeface="Arial"/>
                <a:cs typeface="Arial"/>
              </a:defRPr>
            </a:lvl6pPr>
            <a:lvl7pPr>
              <a:defRPr sz="1350" b="0">
                <a:solidFill>
                  <a:srgbClr val="C2142F"/>
                </a:solidFill>
                <a:latin typeface="Arial"/>
                <a:ea typeface="Arial"/>
                <a:cs typeface="Arial"/>
              </a:defRPr>
            </a:lvl7pPr>
            <a:lvl8pPr>
              <a:defRPr sz="1350" b="0">
                <a:solidFill>
                  <a:srgbClr val="C2142F"/>
                </a:solidFill>
                <a:latin typeface="Arial"/>
                <a:ea typeface="Arial"/>
                <a:cs typeface="Arial"/>
              </a:defRPr>
            </a:lvl8pPr>
            <a:lvl9pPr>
              <a:defRPr sz="1350" b="0">
                <a:solidFill>
                  <a:srgbClr val="C2142F"/>
                </a:solidFill>
                <a:latin typeface="Arial"/>
                <a:ea typeface="Arial"/>
                <a:cs typeface="Arial"/>
              </a:defRPr>
            </a:lvl9pPr>
          </a:lstStyle>
          <a:p xmlns:a="http://schemas.openxmlformats.org/drawingml/2006/main">
            <a:pPr>
              <a:defRPr sz="1350" b="0">
                <a:solidFill>
                  <a:srgbClr val="C2142F"/>
                </a:solidFill>
                <a:latin typeface="Arial"/>
                <a:ea typeface="Arial"/>
                <a:cs typeface="Arial"/>
              </a:defRPr>
            </a:pPr>
            <a:r>
              <a:rPr sz="1350" b="0">
                <a:solidFill>
                  <a:srgbClr val="C2142F"/>
                </a:solidFill>
                <a:latin typeface="Arial"/>
                <a:ea typeface="Arial"/>
                <a:cs typeface="Arial"/>
              </a:rPr>
              <a:t>YouTube</a:t>
            </a:r>
          </a:p>
        </p:txBody>
      </p:sp>
      <p:sp>
        <p:nvSpPr>
          <p:cNvPr id="19" name="rule-110">
            <a:extLst xmlns:a="http://schemas.openxmlformats.org/drawingml/2006/main">
              <a:ext uri="{FF2B5EF4-FFF2-40B4-BE49-F238E27FC236}">
                <a16:creationId xmlns:a16="http://schemas.microsoft.com/office/drawing/2014/main" id="{B64DB866-810F-41AF-8094-327D30C1C987}"/>
              </a:ext>
            </a:extLst>
          </p:cNvPr>
          <p:cNvSpPr>
            <a:spLocks xmlns:a="http://schemas.openxmlformats.org/drawingml/2006/main" noGrp="1"/>
          </p:cNvSpPr>
          <p:nvPr/>
        </p:nvSpPr>
        <p:spPr>
          <a:xfrm xmlns:a="http://schemas.openxmlformats.org/drawingml/2006/main">
            <a:off x="5581650" y="6515100"/>
            <a:ext cx="672084"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0" name="hotspot-1">
            <a:extLst xmlns:a="http://schemas.openxmlformats.org/drawingml/2006/main">
              <a:ext uri="{FF2B5EF4-FFF2-40B4-BE49-F238E27FC236}">
                <a16:creationId xmlns:a16="http://schemas.microsoft.com/office/drawing/2014/main" id="{D9A46BA1-A179-4D9D-AF03-C30DB354BCBF}"/>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5581650" y="6162675"/>
            <a:ext cx="1695450"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21" name="text-112">
            <a:extLst xmlns:a="http://schemas.openxmlformats.org/drawingml/2006/main">
              <a:ext uri="{FF2B5EF4-FFF2-40B4-BE49-F238E27FC236}">
                <a16:creationId xmlns:a16="http://schemas.microsoft.com/office/drawing/2014/main" id="{1A1BA821-12FE-4172-B413-27FAD25E0301}"/>
              </a:ext>
            </a:extLst>
          </p:cNvPr>
          <p:cNvSpPr>
            <a:spLocks xmlns:a="http://schemas.openxmlformats.org/drawingml/2006/main" noGrp="1"/>
          </p:cNvSpPr>
          <p:nvPr/>
        </p:nvSpPr>
        <p:spPr>
          <a:xfrm xmlns:a="http://schemas.openxmlformats.org/drawingml/2006/main">
            <a:off x="7581900" y="6162675"/>
            <a:ext cx="169545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350" b="0">
                <a:solidFill>
                  <a:srgbClr val="C2142F"/>
                </a:solidFill>
                <a:latin typeface="Arial"/>
                <a:ea typeface="Arial"/>
                <a:cs typeface="Arial"/>
              </a:defRPr>
            </a:defPPr>
            <a:lvl1pPr>
              <a:defRPr sz="1350" b="0">
                <a:solidFill>
                  <a:srgbClr val="C2142F"/>
                </a:solidFill>
                <a:latin typeface="Arial"/>
                <a:ea typeface="Arial"/>
                <a:cs typeface="Arial"/>
              </a:defRPr>
            </a:lvl1pPr>
            <a:lvl2pPr>
              <a:defRPr sz="1350" b="0">
                <a:solidFill>
                  <a:srgbClr val="C2142F"/>
                </a:solidFill>
                <a:latin typeface="Arial"/>
                <a:ea typeface="Arial"/>
                <a:cs typeface="Arial"/>
              </a:defRPr>
            </a:lvl2pPr>
            <a:lvl3pPr>
              <a:defRPr sz="1350" b="0">
                <a:solidFill>
                  <a:srgbClr val="C2142F"/>
                </a:solidFill>
                <a:latin typeface="Arial"/>
                <a:ea typeface="Arial"/>
                <a:cs typeface="Arial"/>
              </a:defRPr>
            </a:lvl3pPr>
            <a:lvl4pPr>
              <a:defRPr sz="1350" b="0">
                <a:solidFill>
                  <a:srgbClr val="C2142F"/>
                </a:solidFill>
                <a:latin typeface="Arial"/>
                <a:ea typeface="Arial"/>
                <a:cs typeface="Arial"/>
              </a:defRPr>
            </a:lvl4pPr>
            <a:lvl5pPr>
              <a:defRPr sz="1350" b="0">
                <a:solidFill>
                  <a:srgbClr val="C2142F"/>
                </a:solidFill>
                <a:latin typeface="Arial"/>
                <a:ea typeface="Arial"/>
                <a:cs typeface="Arial"/>
              </a:defRPr>
            </a:lvl5pPr>
            <a:lvl6pPr>
              <a:defRPr sz="1350" b="0">
                <a:solidFill>
                  <a:srgbClr val="C2142F"/>
                </a:solidFill>
                <a:latin typeface="Arial"/>
                <a:ea typeface="Arial"/>
                <a:cs typeface="Arial"/>
              </a:defRPr>
            </a:lvl6pPr>
            <a:lvl7pPr>
              <a:defRPr sz="1350" b="0">
                <a:solidFill>
                  <a:srgbClr val="C2142F"/>
                </a:solidFill>
                <a:latin typeface="Arial"/>
                <a:ea typeface="Arial"/>
                <a:cs typeface="Arial"/>
              </a:defRPr>
            </a:lvl7pPr>
            <a:lvl8pPr>
              <a:defRPr sz="1350" b="0">
                <a:solidFill>
                  <a:srgbClr val="C2142F"/>
                </a:solidFill>
                <a:latin typeface="Arial"/>
                <a:ea typeface="Arial"/>
                <a:cs typeface="Arial"/>
              </a:defRPr>
            </a:lvl8pPr>
            <a:lvl9pPr>
              <a:defRPr sz="1350" b="0">
                <a:solidFill>
                  <a:srgbClr val="C2142F"/>
                </a:solidFill>
                <a:latin typeface="Arial"/>
                <a:ea typeface="Arial"/>
                <a:cs typeface="Arial"/>
              </a:defRPr>
            </a:lvl9pPr>
          </a:lstStyle>
          <a:p xmlns:a="http://schemas.openxmlformats.org/drawingml/2006/main">
            <a:pPr>
              <a:defRPr sz="1350" b="0">
                <a:solidFill>
                  <a:srgbClr val="C2142F"/>
                </a:solidFill>
                <a:latin typeface="Arial"/>
                <a:ea typeface="Arial"/>
                <a:cs typeface="Arial"/>
              </a:defRPr>
            </a:pPr>
            <a:r>
              <a:rPr sz="1350" b="0">
                <a:solidFill>
                  <a:srgbClr val="C2142F"/>
                </a:solidFill>
                <a:latin typeface="Arial"/>
                <a:ea typeface="Arial"/>
                <a:cs typeface="Arial"/>
              </a:rPr>
              <a:t>Instagram</a:t>
            </a:r>
          </a:p>
        </p:txBody>
      </p:sp>
      <p:sp>
        <p:nvSpPr>
          <p:cNvPr id="22" name="rule-113">
            <a:extLst xmlns:a="http://schemas.openxmlformats.org/drawingml/2006/main">
              <a:ext uri="{FF2B5EF4-FFF2-40B4-BE49-F238E27FC236}">
                <a16:creationId xmlns:a16="http://schemas.microsoft.com/office/drawing/2014/main" id="{D35EA59D-4560-4799-B317-77F94917F027}"/>
              </a:ext>
            </a:extLst>
          </p:cNvPr>
          <p:cNvSpPr>
            <a:spLocks xmlns:a="http://schemas.openxmlformats.org/drawingml/2006/main" noGrp="1"/>
          </p:cNvSpPr>
          <p:nvPr/>
        </p:nvSpPr>
        <p:spPr>
          <a:xfrm xmlns:a="http://schemas.openxmlformats.org/drawingml/2006/main">
            <a:off x="7581900" y="6515100"/>
            <a:ext cx="864108"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23" name="hotspot-2">
            <a:extLst xmlns:a="http://schemas.openxmlformats.org/drawingml/2006/main">
              <a:ext uri="{FF2B5EF4-FFF2-40B4-BE49-F238E27FC236}">
                <a16:creationId xmlns:a16="http://schemas.microsoft.com/office/drawing/2014/main" id="{844DD4BB-B9DC-4314-A729-E5595B11849E}"/>
              </a:ext>
            </a:extLst>
            <ns2:hlinkClick xmlns:ns2="http://schemas.openxmlformats.org/drawingml/2006/main" xmlns:ns3="http://schemas.openxmlformats.org/officeDocument/2006/relationships" ns3:id="rIdClick2"/>
          </p:cNvPr>
          <p:cNvSpPr>
            <a:spLocks xmlns:a="http://schemas.openxmlformats.org/drawingml/2006/main" noGrp="1"/>
          </p:cNvSpPr>
          <p:nvPr/>
        </p:nvSpPr>
        <p:spPr>
          <a:xfrm xmlns:a="http://schemas.openxmlformats.org/drawingml/2006/main">
            <a:off x="7581900" y="6162675"/>
            <a:ext cx="1695450"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Tree>
    <p:extLst>
      <p:ext uri="{BB962C8B-B14F-4D97-AF65-F5344CB8AC3E}">
        <p14:creationId xmlns:p14="http://schemas.microsoft.com/office/powerpoint/2010/main" val="1155116726"/>
      </p:ext>
    </p:extLst>
  </p:cSld>
</p:sld>
</file>

<file path=ppt/slides/slide6.xml><?xml version="1.0" encoding="utf-8"?>
<p:sld xmlns:p="http://schemas.openxmlformats.org/presentationml/2006/main">
  <p:cSld>
    <p:bg>
      <p:bgPr>
        <a:solidFill xmlns:a="http://schemas.openxmlformats.org/drawingml/2006/main">
          <a:srgbClr val="FBFAF7"/>
        </a:solidFill>
      </p:bgPr>
    </p:bg>
    <p:spTree>
      <p:nvGrpSpPr>
        <p:cNvPr id="1" name=""/>
        <p:cNvGrpSpPr/>
        <p:nvPr/>
      </p:nvGrpSpPr>
      <p:grpSpPr>
        <a:xfrm xmlns:a="http://schemas.openxmlformats.org/drawingml/2006/main"/>
      </p:grpSpPr>
      <p:sp>
        <p:nvSpPr>
          <p:cNvPr id="20" name="text-115">
            <a:extLst xmlns:a="http://schemas.openxmlformats.org/drawingml/2006/main">
              <a:ext uri="{FF2B5EF4-FFF2-40B4-BE49-F238E27FC236}">
                <a16:creationId xmlns:a16="http://schemas.microsoft.com/office/drawing/2014/main" id="{090748F0-592A-4033-B09C-245137E4BEE3}"/>
              </a:ext>
            </a:extLst>
          </p:cNvPr>
          <p:cNvSpPr>
            <a:spLocks xmlns:a="http://schemas.openxmlformats.org/drawingml/2006/main" noGrp="1"/>
          </p:cNvSpPr>
          <p:nvPr/>
        </p:nvSpPr>
        <p:spPr>
          <a:xfrm xmlns:a="http://schemas.openxmlformats.org/drawingml/2006/main">
            <a:off x="571500" y="342900"/>
            <a:ext cx="180975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575" b="1">
                <a:solidFill>
                  <a:srgbClr val="0D0B10"/>
                </a:solidFill>
                <a:latin typeface="Georgia"/>
                <a:ea typeface="Georgia"/>
                <a:cs typeface="Georgia"/>
              </a:defRPr>
            </a:defPPr>
            <a:lvl1pPr>
              <a:defRPr sz="1575" b="1">
                <a:solidFill>
                  <a:srgbClr val="0D0B10"/>
                </a:solidFill>
                <a:latin typeface="Georgia"/>
                <a:ea typeface="Georgia"/>
                <a:cs typeface="Georgia"/>
              </a:defRPr>
            </a:lvl1pPr>
            <a:lvl2pPr>
              <a:defRPr sz="1575" b="1">
                <a:solidFill>
                  <a:srgbClr val="0D0B10"/>
                </a:solidFill>
                <a:latin typeface="Georgia"/>
                <a:ea typeface="Georgia"/>
                <a:cs typeface="Georgia"/>
              </a:defRPr>
            </a:lvl2pPr>
            <a:lvl3pPr>
              <a:defRPr sz="1575" b="1">
                <a:solidFill>
                  <a:srgbClr val="0D0B10"/>
                </a:solidFill>
                <a:latin typeface="Georgia"/>
                <a:ea typeface="Georgia"/>
                <a:cs typeface="Georgia"/>
              </a:defRPr>
            </a:lvl3pPr>
            <a:lvl4pPr>
              <a:defRPr sz="1575" b="1">
                <a:solidFill>
                  <a:srgbClr val="0D0B10"/>
                </a:solidFill>
                <a:latin typeface="Georgia"/>
                <a:ea typeface="Georgia"/>
                <a:cs typeface="Georgia"/>
              </a:defRPr>
            </a:lvl4pPr>
            <a:lvl5pPr>
              <a:defRPr sz="1575" b="1">
                <a:solidFill>
                  <a:srgbClr val="0D0B10"/>
                </a:solidFill>
                <a:latin typeface="Georgia"/>
                <a:ea typeface="Georgia"/>
                <a:cs typeface="Georgia"/>
              </a:defRPr>
            </a:lvl5pPr>
            <a:lvl6pPr>
              <a:defRPr sz="1575" b="1">
                <a:solidFill>
                  <a:srgbClr val="0D0B10"/>
                </a:solidFill>
                <a:latin typeface="Georgia"/>
                <a:ea typeface="Georgia"/>
                <a:cs typeface="Georgia"/>
              </a:defRPr>
            </a:lvl6pPr>
            <a:lvl7pPr>
              <a:defRPr sz="1575" b="1">
                <a:solidFill>
                  <a:srgbClr val="0D0B10"/>
                </a:solidFill>
                <a:latin typeface="Georgia"/>
                <a:ea typeface="Georgia"/>
                <a:cs typeface="Georgia"/>
              </a:defRPr>
            </a:lvl7pPr>
            <a:lvl8pPr>
              <a:defRPr sz="1575" b="1">
                <a:solidFill>
                  <a:srgbClr val="0D0B10"/>
                </a:solidFill>
                <a:latin typeface="Georgia"/>
                <a:ea typeface="Georgia"/>
                <a:cs typeface="Georgia"/>
              </a:defRPr>
            </a:lvl8pPr>
            <a:lvl9pPr>
              <a:defRPr sz="1575" b="1">
                <a:solidFill>
                  <a:srgbClr val="0D0B10"/>
                </a:solidFill>
                <a:latin typeface="Georgia"/>
                <a:ea typeface="Georgia"/>
                <a:cs typeface="Georgia"/>
              </a:defRPr>
            </a:lvl9pPr>
          </a:lstStyle>
          <a:p xmlns:a="http://schemas.openxmlformats.org/drawingml/2006/main">
            <a:pPr>
              <a:defRPr sz="1575" b="1">
                <a:solidFill>
                  <a:srgbClr val="0D0B10"/>
                </a:solidFill>
                <a:latin typeface="Georgia"/>
                <a:ea typeface="Georgia"/>
                <a:cs typeface="Georgia"/>
              </a:defRPr>
            </a:pPr>
            <a:r>
              <a:rPr sz="1575" b="1">
                <a:solidFill>
                  <a:srgbClr val="0D0B10"/>
                </a:solidFill>
                <a:latin typeface="Georgia"/>
                <a:ea typeface="Georgia"/>
                <a:cs typeface="Georgia"/>
              </a:rPr>
              <a:t>GIUMS</a:t>
            </a:r>
          </a:p>
        </p:txBody>
      </p:sp>
      <p:sp>
        <p:nvSpPr>
          <p:cNvPr id="2" name="text-116">
            <a:extLst xmlns:a="http://schemas.openxmlformats.org/drawingml/2006/main">
              <a:ext uri="{FF2B5EF4-FFF2-40B4-BE49-F238E27FC236}">
                <a16:creationId xmlns:a16="http://schemas.microsoft.com/office/drawing/2014/main" id="{9C538BA2-914C-47AA-9EA9-87A1EA36FE7C}"/>
              </a:ext>
            </a:extLst>
          </p:cNvPr>
          <p:cNvSpPr>
            <a:spLocks xmlns:a="http://schemas.openxmlformats.org/drawingml/2006/main" noGrp="1"/>
          </p:cNvSpPr>
          <p:nvPr/>
        </p:nvSpPr>
        <p:spPr>
          <a:xfrm xmlns:a="http://schemas.openxmlformats.org/drawingml/2006/main">
            <a:off x="6715125" y="400050"/>
            <a:ext cx="4905375"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00" b="1">
                <a:solidFill>
                  <a:srgbClr val="5D555A"/>
                </a:solidFill>
                <a:latin typeface="Arial"/>
                <a:ea typeface="Arial"/>
                <a:cs typeface="Arial"/>
              </a:defRPr>
            </a:defPPr>
            <a:lvl1pPr>
              <a:defRPr sz="900" b="1">
                <a:solidFill>
                  <a:srgbClr val="5D555A"/>
                </a:solidFill>
                <a:latin typeface="Arial"/>
                <a:ea typeface="Arial"/>
                <a:cs typeface="Arial"/>
              </a:defRPr>
            </a:lvl1pPr>
            <a:lvl2pPr>
              <a:defRPr sz="900" b="1">
                <a:solidFill>
                  <a:srgbClr val="5D555A"/>
                </a:solidFill>
                <a:latin typeface="Arial"/>
                <a:ea typeface="Arial"/>
                <a:cs typeface="Arial"/>
              </a:defRPr>
            </a:lvl2pPr>
            <a:lvl3pPr>
              <a:defRPr sz="900" b="1">
                <a:solidFill>
                  <a:srgbClr val="5D555A"/>
                </a:solidFill>
                <a:latin typeface="Arial"/>
                <a:ea typeface="Arial"/>
                <a:cs typeface="Arial"/>
              </a:defRPr>
            </a:lvl3pPr>
            <a:lvl4pPr>
              <a:defRPr sz="900" b="1">
                <a:solidFill>
                  <a:srgbClr val="5D555A"/>
                </a:solidFill>
                <a:latin typeface="Arial"/>
                <a:ea typeface="Arial"/>
                <a:cs typeface="Arial"/>
              </a:defRPr>
            </a:lvl4pPr>
            <a:lvl5pPr>
              <a:defRPr sz="900" b="1">
                <a:solidFill>
                  <a:srgbClr val="5D555A"/>
                </a:solidFill>
                <a:latin typeface="Arial"/>
                <a:ea typeface="Arial"/>
                <a:cs typeface="Arial"/>
              </a:defRPr>
            </a:lvl5pPr>
            <a:lvl6pPr>
              <a:defRPr sz="900" b="1">
                <a:solidFill>
                  <a:srgbClr val="5D555A"/>
                </a:solidFill>
                <a:latin typeface="Arial"/>
                <a:ea typeface="Arial"/>
                <a:cs typeface="Arial"/>
              </a:defRPr>
            </a:lvl6pPr>
            <a:lvl7pPr>
              <a:defRPr sz="900" b="1">
                <a:solidFill>
                  <a:srgbClr val="5D555A"/>
                </a:solidFill>
                <a:latin typeface="Arial"/>
                <a:ea typeface="Arial"/>
                <a:cs typeface="Arial"/>
              </a:defRPr>
            </a:lvl7pPr>
            <a:lvl8pPr>
              <a:defRPr sz="900" b="1">
                <a:solidFill>
                  <a:srgbClr val="5D555A"/>
                </a:solidFill>
                <a:latin typeface="Arial"/>
                <a:ea typeface="Arial"/>
                <a:cs typeface="Arial"/>
              </a:defRPr>
            </a:lvl8pPr>
            <a:lvl9pPr>
              <a:defRPr sz="900" b="1">
                <a:solidFill>
                  <a:srgbClr val="5D555A"/>
                </a:solidFill>
                <a:latin typeface="Arial"/>
                <a:ea typeface="Arial"/>
                <a:cs typeface="Arial"/>
              </a:defRPr>
            </a:lvl9pPr>
          </a:lstStyle>
          <a:p xmlns:a="http://schemas.openxmlformats.org/drawingml/2006/main">
            <a:pPr>
              <a:defRPr sz="900" b="1">
                <a:solidFill>
                  <a:srgbClr val="5D555A"/>
                </a:solidFill>
                <a:latin typeface="Arial"/>
                <a:ea typeface="Arial"/>
                <a:cs typeface="Arial"/>
              </a:defRPr>
            </a:pPr>
            <a:r>
              <a:rPr sz="900" b="1">
                <a:solidFill>
                  <a:srgbClr val="5D555A"/>
                </a:solidFill>
                <a:latin typeface="Arial"/>
                <a:ea typeface="Arial"/>
                <a:cs typeface="Arial"/>
              </a:rPr>
              <a:t>MEDIA KIT · MARCAS E PARCERIAS · 2026</a:t>
            </a:r>
          </a:p>
        </p:txBody>
      </p:sp>
      <p:sp>
        <p:nvSpPr>
          <p:cNvPr id="3" name="rule-117">
            <a:extLst xmlns:a="http://schemas.openxmlformats.org/drawingml/2006/main">
              <a:ext uri="{FF2B5EF4-FFF2-40B4-BE49-F238E27FC236}">
                <a16:creationId xmlns:a16="http://schemas.microsoft.com/office/drawing/2014/main" id="{0A193942-80E9-4D6A-A5F6-15F510652175}"/>
              </a:ext>
            </a:extLst>
          </p:cNvPr>
          <p:cNvSpPr>
            <a:spLocks xmlns:a="http://schemas.openxmlformats.org/drawingml/2006/main" noGrp="1"/>
          </p:cNvSpPr>
          <p:nvPr/>
        </p:nvSpPr>
        <p:spPr>
          <a:xfrm xmlns:a="http://schemas.openxmlformats.org/drawingml/2006/main">
            <a:off x="571500" y="781050"/>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4" name="text-118">
            <a:extLst xmlns:a="http://schemas.openxmlformats.org/drawingml/2006/main">
              <a:ext uri="{FF2B5EF4-FFF2-40B4-BE49-F238E27FC236}">
                <a16:creationId xmlns:a16="http://schemas.microsoft.com/office/drawing/2014/main" id="{37D21380-1E03-4322-B3C2-3DAD0E1D02D2}"/>
              </a:ext>
            </a:extLst>
          </p:cNvPr>
          <p:cNvSpPr>
            <a:spLocks xmlns:a="http://schemas.openxmlformats.org/drawingml/2006/main" noGrp="1"/>
          </p:cNvSpPr>
          <p:nvPr/>
        </p:nvSpPr>
        <p:spPr>
          <a:xfrm xmlns:a="http://schemas.openxmlformats.org/drawingml/2006/main">
            <a:off x="571500" y="1000125"/>
            <a:ext cx="1104900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3300" b="0">
                <a:solidFill>
                  <a:srgbClr val="0D0B10"/>
                </a:solidFill>
                <a:latin typeface="Georgia"/>
                <a:ea typeface="Georgia"/>
                <a:cs typeface="Georgia"/>
              </a:defRPr>
            </a:defPPr>
            <a:lvl1pPr>
              <a:defRPr sz="3300" b="0">
                <a:solidFill>
                  <a:srgbClr val="0D0B10"/>
                </a:solidFill>
                <a:latin typeface="Georgia"/>
                <a:ea typeface="Georgia"/>
                <a:cs typeface="Georgia"/>
              </a:defRPr>
            </a:lvl1pPr>
            <a:lvl2pPr>
              <a:defRPr sz="3300" b="0">
                <a:solidFill>
                  <a:srgbClr val="0D0B10"/>
                </a:solidFill>
                <a:latin typeface="Georgia"/>
                <a:ea typeface="Georgia"/>
                <a:cs typeface="Georgia"/>
              </a:defRPr>
            </a:lvl2pPr>
            <a:lvl3pPr>
              <a:defRPr sz="3300" b="0">
                <a:solidFill>
                  <a:srgbClr val="0D0B10"/>
                </a:solidFill>
                <a:latin typeface="Georgia"/>
                <a:ea typeface="Georgia"/>
                <a:cs typeface="Georgia"/>
              </a:defRPr>
            </a:lvl3pPr>
            <a:lvl4pPr>
              <a:defRPr sz="3300" b="0">
                <a:solidFill>
                  <a:srgbClr val="0D0B10"/>
                </a:solidFill>
                <a:latin typeface="Georgia"/>
                <a:ea typeface="Georgia"/>
                <a:cs typeface="Georgia"/>
              </a:defRPr>
            </a:lvl4pPr>
            <a:lvl5pPr>
              <a:defRPr sz="3300" b="0">
                <a:solidFill>
                  <a:srgbClr val="0D0B10"/>
                </a:solidFill>
                <a:latin typeface="Georgia"/>
                <a:ea typeface="Georgia"/>
                <a:cs typeface="Georgia"/>
              </a:defRPr>
            </a:lvl5pPr>
            <a:lvl6pPr>
              <a:defRPr sz="3300" b="0">
                <a:solidFill>
                  <a:srgbClr val="0D0B10"/>
                </a:solidFill>
                <a:latin typeface="Georgia"/>
                <a:ea typeface="Georgia"/>
                <a:cs typeface="Georgia"/>
              </a:defRPr>
            </a:lvl6pPr>
            <a:lvl7pPr>
              <a:defRPr sz="3300" b="0">
                <a:solidFill>
                  <a:srgbClr val="0D0B10"/>
                </a:solidFill>
                <a:latin typeface="Georgia"/>
                <a:ea typeface="Georgia"/>
                <a:cs typeface="Georgia"/>
              </a:defRPr>
            </a:lvl7pPr>
            <a:lvl8pPr>
              <a:defRPr sz="3300" b="0">
                <a:solidFill>
                  <a:srgbClr val="0D0B10"/>
                </a:solidFill>
                <a:latin typeface="Georgia"/>
                <a:ea typeface="Georgia"/>
                <a:cs typeface="Georgia"/>
              </a:defRPr>
            </a:lvl8pPr>
            <a:lvl9pPr>
              <a:defRPr sz="3300" b="0">
                <a:solidFill>
                  <a:srgbClr val="0D0B10"/>
                </a:solidFill>
                <a:latin typeface="Georgia"/>
                <a:ea typeface="Georgia"/>
                <a:cs typeface="Georgia"/>
              </a:defRPr>
            </a:lvl9pPr>
          </a:lstStyle>
          <a:p xmlns:a="http://schemas.openxmlformats.org/drawingml/2006/main">
            <a:pPr>
              <a:defRPr sz="3300" b="0">
                <a:solidFill>
                  <a:srgbClr val="0D0B10"/>
                </a:solidFill>
                <a:latin typeface="Georgia"/>
                <a:ea typeface="Georgia"/>
                <a:cs typeface="Georgia"/>
              </a:defRPr>
            </a:pPr>
            <a:r>
              <a:rPr sz="3300" b="0">
                <a:solidFill>
                  <a:srgbClr val="0D0B10"/>
                </a:solidFill>
                <a:latin typeface="Georgia"/>
                <a:ea typeface="Georgia"/>
                <a:cs typeface="Georgia"/>
              </a:rPr>
              <a:t>Trabalhe com a Giums</a:t>
            </a:r>
          </a:p>
        </p:txBody>
      </p:sp>
      <p:sp>
        <p:nvSpPr>
          <p:cNvPr id="5" name="text-119">
            <a:extLst xmlns:a="http://schemas.openxmlformats.org/drawingml/2006/main">
              <a:ext uri="{FF2B5EF4-FFF2-40B4-BE49-F238E27FC236}">
                <a16:creationId xmlns:a16="http://schemas.microsoft.com/office/drawing/2014/main" id="{471AB561-CB08-4994-8B5A-61D7760CF838}"/>
              </a:ext>
            </a:extLst>
          </p:cNvPr>
          <p:cNvSpPr>
            <a:spLocks xmlns:a="http://schemas.openxmlformats.org/drawingml/2006/main" noGrp="1"/>
          </p:cNvSpPr>
          <p:nvPr/>
        </p:nvSpPr>
        <p:spPr>
          <a:xfrm xmlns:a="http://schemas.openxmlformats.org/drawingml/2006/main">
            <a:off x="11049000" y="6429375"/>
            <a:ext cx="571500" cy="171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0">
                <a:solidFill>
                  <a:srgbClr val="5D555A"/>
                </a:solidFill>
                <a:latin typeface="Arial"/>
                <a:ea typeface="Arial"/>
                <a:cs typeface="Arial"/>
              </a:defRPr>
            </a:defPPr>
            <a:lvl1pPr>
              <a:defRPr sz="975" b="0">
                <a:solidFill>
                  <a:srgbClr val="5D555A"/>
                </a:solidFill>
                <a:latin typeface="Arial"/>
                <a:ea typeface="Arial"/>
                <a:cs typeface="Arial"/>
              </a:defRPr>
            </a:lvl1pPr>
            <a:lvl2pPr>
              <a:defRPr sz="975" b="0">
                <a:solidFill>
                  <a:srgbClr val="5D555A"/>
                </a:solidFill>
                <a:latin typeface="Arial"/>
                <a:ea typeface="Arial"/>
                <a:cs typeface="Arial"/>
              </a:defRPr>
            </a:lvl2pPr>
            <a:lvl3pPr>
              <a:defRPr sz="975" b="0">
                <a:solidFill>
                  <a:srgbClr val="5D555A"/>
                </a:solidFill>
                <a:latin typeface="Arial"/>
                <a:ea typeface="Arial"/>
                <a:cs typeface="Arial"/>
              </a:defRPr>
            </a:lvl3pPr>
            <a:lvl4pPr>
              <a:defRPr sz="975" b="0">
                <a:solidFill>
                  <a:srgbClr val="5D555A"/>
                </a:solidFill>
                <a:latin typeface="Arial"/>
                <a:ea typeface="Arial"/>
                <a:cs typeface="Arial"/>
              </a:defRPr>
            </a:lvl4pPr>
            <a:lvl5pPr>
              <a:defRPr sz="975" b="0">
                <a:solidFill>
                  <a:srgbClr val="5D555A"/>
                </a:solidFill>
                <a:latin typeface="Arial"/>
                <a:ea typeface="Arial"/>
                <a:cs typeface="Arial"/>
              </a:defRPr>
            </a:lvl5pPr>
            <a:lvl6pPr>
              <a:defRPr sz="975" b="0">
                <a:solidFill>
                  <a:srgbClr val="5D555A"/>
                </a:solidFill>
                <a:latin typeface="Arial"/>
                <a:ea typeface="Arial"/>
                <a:cs typeface="Arial"/>
              </a:defRPr>
            </a:lvl6pPr>
            <a:lvl7pPr>
              <a:defRPr sz="975" b="0">
                <a:solidFill>
                  <a:srgbClr val="5D555A"/>
                </a:solidFill>
                <a:latin typeface="Arial"/>
                <a:ea typeface="Arial"/>
                <a:cs typeface="Arial"/>
              </a:defRPr>
            </a:lvl7pPr>
            <a:lvl8pPr>
              <a:defRPr sz="975" b="0">
                <a:solidFill>
                  <a:srgbClr val="5D555A"/>
                </a:solidFill>
                <a:latin typeface="Arial"/>
                <a:ea typeface="Arial"/>
                <a:cs typeface="Arial"/>
              </a:defRPr>
            </a:lvl8pPr>
            <a:lvl9pPr>
              <a:defRPr sz="975" b="0">
                <a:solidFill>
                  <a:srgbClr val="5D555A"/>
                </a:solidFill>
                <a:latin typeface="Arial"/>
                <a:ea typeface="Arial"/>
                <a:cs typeface="Arial"/>
              </a:defRPr>
            </a:lvl9pPr>
          </a:lstStyle>
          <a:p xmlns:a="http://schemas.openxmlformats.org/drawingml/2006/main">
            <a:pPr>
              <a:defRPr sz="975" b="0">
                <a:solidFill>
                  <a:srgbClr val="5D555A"/>
                </a:solidFill>
                <a:latin typeface="Arial"/>
                <a:ea typeface="Arial"/>
                <a:cs typeface="Arial"/>
              </a:defRPr>
            </a:pPr>
            <a:r>
              <a:rPr sz="975" b="0">
                <a:solidFill>
                  <a:srgbClr val="5D555A"/>
                </a:solidFill>
                <a:latin typeface="Arial"/>
                <a:ea typeface="Arial"/>
                <a:cs typeface="Arial"/>
              </a:rPr>
              <a:t>6 / 6</a:t>
            </a:r>
          </a:p>
        </p:txBody>
      </p:sp>
      <p:sp>
        <p:nvSpPr>
          <p:cNvPr id="6" name="text-120">
            <a:extLst xmlns:a="http://schemas.openxmlformats.org/drawingml/2006/main">
              <a:ext uri="{FF2B5EF4-FFF2-40B4-BE49-F238E27FC236}">
                <a16:creationId xmlns:a16="http://schemas.microsoft.com/office/drawing/2014/main" id="{9120BDDA-929D-4613-8A88-2F1AFEE961DD}"/>
              </a:ext>
            </a:extLst>
          </p:cNvPr>
          <p:cNvSpPr>
            <a:spLocks xmlns:a="http://schemas.openxmlformats.org/drawingml/2006/main" noGrp="1"/>
          </p:cNvSpPr>
          <p:nvPr/>
        </p:nvSpPr>
        <p:spPr>
          <a:xfrm xmlns:a="http://schemas.openxmlformats.org/drawingml/2006/main">
            <a:off x="571500" y="192405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CAMPANHAS ILUSTRADAS</a:t>
            </a:r>
          </a:p>
        </p:txBody>
      </p:sp>
      <p:sp>
        <p:nvSpPr>
          <p:cNvPr id="7" name="text-121">
            <a:extLst xmlns:a="http://schemas.openxmlformats.org/drawingml/2006/main">
              <a:ext uri="{FF2B5EF4-FFF2-40B4-BE49-F238E27FC236}">
                <a16:creationId xmlns:a16="http://schemas.microsoft.com/office/drawing/2014/main" id="{AFFA26DC-3155-4B6A-9136-A1F71D08F8D1}"/>
              </a:ext>
            </a:extLst>
          </p:cNvPr>
          <p:cNvSpPr>
            <a:spLocks xmlns:a="http://schemas.openxmlformats.org/drawingml/2006/main" noGrp="1"/>
          </p:cNvSpPr>
          <p:nvPr/>
        </p:nvSpPr>
        <p:spPr>
          <a:xfrm xmlns:a="http://schemas.openxmlformats.org/drawingml/2006/main">
            <a:off x="571500" y="2238375"/>
            <a:ext cx="60102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Ilustrações de teste para produtos, tradicionais ou digitais.</a:t>
            </a:r>
          </a:p>
        </p:txBody>
      </p:sp>
      <p:sp>
        <p:nvSpPr>
          <p:cNvPr id="8" name="rule-122">
            <a:extLst xmlns:a="http://schemas.openxmlformats.org/drawingml/2006/main">
              <a:ext uri="{FF2B5EF4-FFF2-40B4-BE49-F238E27FC236}">
                <a16:creationId xmlns:a16="http://schemas.microsoft.com/office/drawing/2014/main" id="{FD92B83B-7DD1-47D3-9CEC-22C76FFDFBF1}"/>
              </a:ext>
            </a:extLst>
          </p:cNvPr>
          <p:cNvSpPr>
            <a:spLocks xmlns:a="http://schemas.openxmlformats.org/drawingml/2006/main" noGrp="1"/>
          </p:cNvSpPr>
          <p:nvPr/>
        </p:nvSpPr>
        <p:spPr>
          <a:xfrm xmlns:a="http://schemas.openxmlformats.org/drawingml/2006/main">
            <a:off x="571500" y="2914650"/>
            <a:ext cx="5962650" cy="9525"/>
          </a:xfrm>
          <a:prstGeom xmlns:a="http://schemas.openxmlformats.org/drawingml/2006/main" prst="rect">
            <a:avLst/>
          </a:prstGeom>
          <a:solidFill xmlns:a="http://schemas.openxmlformats.org/drawingml/2006/main">
            <a:srgbClr val="D9D0CD"/>
          </a:solidFill>
          <a:ln xmlns:a="http://schemas.openxmlformats.org/drawingml/2006/main" w="0">
            <a:noFill/>
          </a:ln>
        </p:spPr>
      </p:sp>
      <p:sp>
        <p:nvSpPr>
          <p:cNvPr id="9" name="text-123">
            <a:extLst xmlns:a="http://schemas.openxmlformats.org/drawingml/2006/main">
              <a:ext uri="{FF2B5EF4-FFF2-40B4-BE49-F238E27FC236}">
                <a16:creationId xmlns:a16="http://schemas.microsoft.com/office/drawing/2014/main" id="{65B2C515-6263-4F69-95E9-D8298A5A3ADA}"/>
              </a:ext>
            </a:extLst>
          </p:cNvPr>
          <p:cNvSpPr>
            <a:spLocks xmlns:a="http://schemas.openxmlformats.org/drawingml/2006/main" noGrp="1"/>
          </p:cNvSpPr>
          <p:nvPr/>
        </p:nvSpPr>
        <p:spPr>
          <a:xfrm xmlns:a="http://schemas.openxmlformats.org/drawingml/2006/main">
            <a:off x="571500" y="3114675"/>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RESENHAS &amp; SORTEIOS</a:t>
            </a:r>
          </a:p>
        </p:txBody>
      </p:sp>
      <p:sp>
        <p:nvSpPr>
          <p:cNvPr id="10" name="text-124">
            <a:extLst xmlns:a="http://schemas.openxmlformats.org/drawingml/2006/main">
              <a:ext uri="{FF2B5EF4-FFF2-40B4-BE49-F238E27FC236}">
                <a16:creationId xmlns:a16="http://schemas.microsoft.com/office/drawing/2014/main" id="{AECF6067-5887-4820-A890-F3DE3336E88D}"/>
              </a:ext>
            </a:extLst>
          </p:cNvPr>
          <p:cNvSpPr>
            <a:spLocks xmlns:a="http://schemas.openxmlformats.org/drawingml/2006/main" noGrp="1"/>
          </p:cNvSpPr>
          <p:nvPr/>
        </p:nvSpPr>
        <p:spPr>
          <a:xfrm xmlns:a="http://schemas.openxmlformats.org/drawingml/2006/main">
            <a:off x="571500" y="3429000"/>
            <a:ext cx="60102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Resenha de produto e sorteio para a comunidade, como na parceria com a XP-Pen.</a:t>
            </a:r>
          </a:p>
        </p:txBody>
      </p:sp>
      <p:sp>
        <p:nvSpPr>
          <p:cNvPr id="11" name="rule-125">
            <a:extLst xmlns:a="http://schemas.openxmlformats.org/drawingml/2006/main">
              <a:ext uri="{FF2B5EF4-FFF2-40B4-BE49-F238E27FC236}">
                <a16:creationId xmlns:a16="http://schemas.microsoft.com/office/drawing/2014/main" id="{A38CDF7D-C054-4AF8-A96A-2805FA3C6E2D}"/>
              </a:ext>
            </a:extLst>
          </p:cNvPr>
          <p:cNvSpPr>
            <a:spLocks xmlns:a="http://schemas.openxmlformats.org/drawingml/2006/main" noGrp="1"/>
          </p:cNvSpPr>
          <p:nvPr/>
        </p:nvSpPr>
        <p:spPr>
          <a:xfrm xmlns:a="http://schemas.openxmlformats.org/drawingml/2006/main">
            <a:off x="571500" y="4105275"/>
            <a:ext cx="5962650" cy="9525"/>
          </a:xfrm>
          <a:prstGeom xmlns:a="http://schemas.openxmlformats.org/drawingml/2006/main" prst="rect">
            <a:avLst/>
          </a:prstGeom>
          <a:solidFill xmlns:a="http://schemas.openxmlformats.org/drawingml/2006/main">
            <a:srgbClr val="D9D0CD"/>
          </a:solidFill>
          <a:ln xmlns:a="http://schemas.openxmlformats.org/drawingml/2006/main" w="0">
            <a:noFill/>
          </a:ln>
        </p:spPr>
      </p:sp>
      <p:sp>
        <p:nvSpPr>
          <p:cNvPr id="12" name="text-126">
            <a:extLst xmlns:a="http://schemas.openxmlformats.org/drawingml/2006/main">
              <a:ext uri="{FF2B5EF4-FFF2-40B4-BE49-F238E27FC236}">
                <a16:creationId xmlns:a16="http://schemas.microsoft.com/office/drawing/2014/main" id="{768909CC-E758-4979-80E6-82F7D660932D}"/>
              </a:ext>
            </a:extLst>
          </p:cNvPr>
          <p:cNvSpPr>
            <a:spLocks xmlns:a="http://schemas.openxmlformats.org/drawingml/2006/main" noGrp="1"/>
          </p:cNvSpPr>
          <p:nvPr/>
        </p:nvSpPr>
        <p:spPr>
          <a:xfrm xmlns:a="http://schemas.openxmlformats.org/drawingml/2006/main">
            <a:off x="571500" y="4305300"/>
            <a:ext cx="61912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975" b="1">
                <a:solidFill>
                  <a:srgbClr val="C2142F"/>
                </a:solidFill>
                <a:latin typeface="Arial"/>
                <a:ea typeface="Arial"/>
                <a:cs typeface="Arial"/>
              </a:defRPr>
            </a:defPPr>
            <a:lvl1pPr>
              <a:defRPr sz="975" b="1">
                <a:solidFill>
                  <a:srgbClr val="C2142F"/>
                </a:solidFill>
                <a:latin typeface="Arial"/>
                <a:ea typeface="Arial"/>
                <a:cs typeface="Arial"/>
              </a:defRPr>
            </a:lvl1pPr>
            <a:lvl2pPr>
              <a:defRPr sz="975" b="1">
                <a:solidFill>
                  <a:srgbClr val="C2142F"/>
                </a:solidFill>
                <a:latin typeface="Arial"/>
                <a:ea typeface="Arial"/>
                <a:cs typeface="Arial"/>
              </a:defRPr>
            </a:lvl2pPr>
            <a:lvl3pPr>
              <a:defRPr sz="975" b="1">
                <a:solidFill>
                  <a:srgbClr val="C2142F"/>
                </a:solidFill>
                <a:latin typeface="Arial"/>
                <a:ea typeface="Arial"/>
                <a:cs typeface="Arial"/>
              </a:defRPr>
            </a:lvl3pPr>
            <a:lvl4pPr>
              <a:defRPr sz="975" b="1">
                <a:solidFill>
                  <a:srgbClr val="C2142F"/>
                </a:solidFill>
                <a:latin typeface="Arial"/>
                <a:ea typeface="Arial"/>
                <a:cs typeface="Arial"/>
              </a:defRPr>
            </a:lvl4pPr>
            <a:lvl5pPr>
              <a:defRPr sz="975" b="1">
                <a:solidFill>
                  <a:srgbClr val="C2142F"/>
                </a:solidFill>
                <a:latin typeface="Arial"/>
                <a:ea typeface="Arial"/>
                <a:cs typeface="Arial"/>
              </a:defRPr>
            </a:lvl5pPr>
            <a:lvl6pPr>
              <a:defRPr sz="975" b="1">
                <a:solidFill>
                  <a:srgbClr val="C2142F"/>
                </a:solidFill>
                <a:latin typeface="Arial"/>
                <a:ea typeface="Arial"/>
                <a:cs typeface="Arial"/>
              </a:defRPr>
            </a:lvl6pPr>
            <a:lvl7pPr>
              <a:defRPr sz="975" b="1">
                <a:solidFill>
                  <a:srgbClr val="C2142F"/>
                </a:solidFill>
                <a:latin typeface="Arial"/>
                <a:ea typeface="Arial"/>
                <a:cs typeface="Arial"/>
              </a:defRPr>
            </a:lvl7pPr>
            <a:lvl8pPr>
              <a:defRPr sz="975" b="1">
                <a:solidFill>
                  <a:srgbClr val="C2142F"/>
                </a:solidFill>
                <a:latin typeface="Arial"/>
                <a:ea typeface="Arial"/>
                <a:cs typeface="Arial"/>
              </a:defRPr>
            </a:lvl8pPr>
            <a:lvl9pPr>
              <a:defRPr sz="975" b="1">
                <a:solidFill>
                  <a:srgbClr val="C2142F"/>
                </a:solidFill>
                <a:latin typeface="Arial"/>
                <a:ea typeface="Arial"/>
                <a:cs typeface="Arial"/>
              </a:defRPr>
            </a:lvl9pPr>
          </a:lstStyle>
          <a:p xmlns:a="http://schemas.openxmlformats.org/drawingml/2006/main">
            <a:pPr>
              <a:defRPr sz="975" b="1">
                <a:solidFill>
                  <a:srgbClr val="C2142F"/>
                </a:solidFill>
                <a:latin typeface="Arial"/>
                <a:ea typeface="Arial"/>
                <a:cs typeface="Arial"/>
              </a:defRPr>
            </a:pPr>
            <a:r>
              <a:rPr sz="975" b="1">
                <a:solidFill>
                  <a:srgbClr val="C2142F"/>
                </a:solidFill>
                <a:latin typeface="Arial"/>
                <a:ea typeface="Arial"/>
                <a:cs typeface="Arial"/>
              </a:rPr>
              <a:t>CONTEÚDO DE PROCESSO</a:t>
            </a:r>
          </a:p>
        </p:txBody>
      </p:sp>
      <p:sp>
        <p:nvSpPr>
          <p:cNvPr id="13" name="text-127">
            <a:extLst xmlns:a="http://schemas.openxmlformats.org/drawingml/2006/main">
              <a:ext uri="{FF2B5EF4-FFF2-40B4-BE49-F238E27FC236}">
                <a16:creationId xmlns:a16="http://schemas.microsoft.com/office/drawing/2014/main" id="{E8BD5BCC-79E0-480C-A0CE-CD8491DF5BC2}"/>
              </a:ext>
            </a:extLst>
          </p:cNvPr>
          <p:cNvSpPr>
            <a:spLocks xmlns:a="http://schemas.openxmlformats.org/drawingml/2006/main" noGrp="1"/>
          </p:cNvSpPr>
          <p:nvPr/>
        </p:nvSpPr>
        <p:spPr>
          <a:xfrm xmlns:a="http://schemas.openxmlformats.org/drawingml/2006/main">
            <a:off x="571500" y="4619625"/>
            <a:ext cx="6010275" cy="676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725" b="0">
                <a:solidFill>
                  <a:srgbClr val="5D555A"/>
                </a:solidFill>
                <a:latin typeface="Arial"/>
                <a:ea typeface="Arial"/>
                <a:cs typeface="Arial"/>
              </a:defRPr>
            </a:defPPr>
            <a:lvl1pPr>
              <a:defRPr sz="1725" b="0">
                <a:solidFill>
                  <a:srgbClr val="5D555A"/>
                </a:solidFill>
                <a:latin typeface="Arial"/>
                <a:ea typeface="Arial"/>
                <a:cs typeface="Arial"/>
              </a:defRPr>
            </a:lvl1pPr>
            <a:lvl2pPr>
              <a:defRPr sz="1725" b="0">
                <a:solidFill>
                  <a:srgbClr val="5D555A"/>
                </a:solidFill>
                <a:latin typeface="Arial"/>
                <a:ea typeface="Arial"/>
                <a:cs typeface="Arial"/>
              </a:defRPr>
            </a:lvl2pPr>
            <a:lvl3pPr>
              <a:defRPr sz="1725" b="0">
                <a:solidFill>
                  <a:srgbClr val="5D555A"/>
                </a:solidFill>
                <a:latin typeface="Arial"/>
                <a:ea typeface="Arial"/>
                <a:cs typeface="Arial"/>
              </a:defRPr>
            </a:lvl3pPr>
            <a:lvl4pPr>
              <a:defRPr sz="1725" b="0">
                <a:solidFill>
                  <a:srgbClr val="5D555A"/>
                </a:solidFill>
                <a:latin typeface="Arial"/>
                <a:ea typeface="Arial"/>
                <a:cs typeface="Arial"/>
              </a:defRPr>
            </a:lvl4pPr>
            <a:lvl5pPr>
              <a:defRPr sz="1725" b="0">
                <a:solidFill>
                  <a:srgbClr val="5D555A"/>
                </a:solidFill>
                <a:latin typeface="Arial"/>
                <a:ea typeface="Arial"/>
                <a:cs typeface="Arial"/>
              </a:defRPr>
            </a:lvl5pPr>
            <a:lvl6pPr>
              <a:defRPr sz="1725" b="0">
                <a:solidFill>
                  <a:srgbClr val="5D555A"/>
                </a:solidFill>
                <a:latin typeface="Arial"/>
                <a:ea typeface="Arial"/>
                <a:cs typeface="Arial"/>
              </a:defRPr>
            </a:lvl6pPr>
            <a:lvl7pPr>
              <a:defRPr sz="1725" b="0">
                <a:solidFill>
                  <a:srgbClr val="5D555A"/>
                </a:solidFill>
                <a:latin typeface="Arial"/>
                <a:ea typeface="Arial"/>
                <a:cs typeface="Arial"/>
              </a:defRPr>
            </a:lvl7pPr>
            <a:lvl8pPr>
              <a:defRPr sz="1725" b="0">
                <a:solidFill>
                  <a:srgbClr val="5D555A"/>
                </a:solidFill>
                <a:latin typeface="Arial"/>
                <a:ea typeface="Arial"/>
                <a:cs typeface="Arial"/>
              </a:defRPr>
            </a:lvl8pPr>
            <a:lvl9pPr>
              <a:defRPr sz="1725" b="0">
                <a:solidFill>
                  <a:srgbClr val="5D555A"/>
                </a:solidFill>
                <a:latin typeface="Arial"/>
                <a:ea typeface="Arial"/>
                <a:cs typeface="Arial"/>
              </a:defRPr>
            </a:lvl9pPr>
          </a:lstStyle>
          <a:p xmlns:a="http://schemas.openxmlformats.org/drawingml/2006/main">
            <a:pPr>
              <a:defRPr sz="1725" b="0">
                <a:solidFill>
                  <a:srgbClr val="5D555A"/>
                </a:solidFill>
                <a:latin typeface="Arial"/>
                <a:ea typeface="Arial"/>
                <a:cs typeface="Arial"/>
              </a:defRPr>
            </a:pPr>
            <a:r>
              <a:rPr sz="1725" b="0">
                <a:solidFill>
                  <a:srgbClr val="5D555A"/>
                </a:solidFill>
                <a:latin typeface="Arial"/>
                <a:ea typeface="Arial"/>
                <a:cs typeface="Arial"/>
              </a:rPr>
              <a:t>Sketches, timelapses e making-of para Instagram e YouTube.</a:t>
            </a:r>
          </a:p>
        </p:txBody>
      </p:sp>
      <p:sp>
        <p:nvSpPr>
          <p:cNvPr id="14" name="rule-128">
            <a:extLst xmlns:a="http://schemas.openxmlformats.org/drawingml/2006/main">
              <a:ext uri="{FF2B5EF4-FFF2-40B4-BE49-F238E27FC236}">
                <a16:creationId xmlns:a16="http://schemas.microsoft.com/office/drawing/2014/main" id="{C09305BB-4989-4B4E-9EB6-91230F33DB97}"/>
              </a:ext>
            </a:extLst>
          </p:cNvPr>
          <p:cNvSpPr>
            <a:spLocks xmlns:a="http://schemas.openxmlformats.org/drawingml/2006/main" noGrp="1"/>
          </p:cNvSpPr>
          <p:nvPr/>
        </p:nvSpPr>
        <p:spPr>
          <a:xfrm xmlns:a="http://schemas.openxmlformats.org/drawingml/2006/main">
            <a:off x="6972300" y="1838325"/>
            <a:ext cx="19050" cy="387667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5" name="text-129">
            <a:extLst xmlns:a="http://schemas.openxmlformats.org/drawingml/2006/main">
              <a:ext uri="{FF2B5EF4-FFF2-40B4-BE49-F238E27FC236}">
                <a16:creationId xmlns:a16="http://schemas.microsoft.com/office/drawing/2014/main" id="{1C8DFBC2-1444-4A38-988F-15AB3FE14F20}"/>
              </a:ext>
            </a:extLst>
          </p:cNvPr>
          <p:cNvSpPr>
            <a:spLocks xmlns:a="http://schemas.openxmlformats.org/drawingml/2006/main" noGrp="1"/>
          </p:cNvSpPr>
          <p:nvPr/>
        </p:nvSpPr>
        <p:spPr>
          <a:xfrm xmlns:a="http://schemas.openxmlformats.org/drawingml/2006/main">
            <a:off x="7419975" y="2076450"/>
            <a:ext cx="39052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2925" b="0">
                <a:solidFill>
                  <a:srgbClr val="0D0B10"/>
                </a:solidFill>
                <a:latin typeface="Georgia"/>
                <a:ea typeface="Georgia"/>
                <a:cs typeface="Georgia"/>
              </a:defRPr>
            </a:defPPr>
            <a:lvl1pPr>
              <a:defRPr sz="2925" b="0">
                <a:solidFill>
                  <a:srgbClr val="0D0B10"/>
                </a:solidFill>
                <a:latin typeface="Georgia"/>
                <a:ea typeface="Georgia"/>
                <a:cs typeface="Georgia"/>
              </a:defRPr>
            </a:lvl1pPr>
            <a:lvl2pPr>
              <a:defRPr sz="2925" b="0">
                <a:solidFill>
                  <a:srgbClr val="0D0B10"/>
                </a:solidFill>
                <a:latin typeface="Georgia"/>
                <a:ea typeface="Georgia"/>
                <a:cs typeface="Georgia"/>
              </a:defRPr>
            </a:lvl2pPr>
            <a:lvl3pPr>
              <a:defRPr sz="2925" b="0">
                <a:solidFill>
                  <a:srgbClr val="0D0B10"/>
                </a:solidFill>
                <a:latin typeface="Georgia"/>
                <a:ea typeface="Georgia"/>
                <a:cs typeface="Georgia"/>
              </a:defRPr>
            </a:lvl3pPr>
            <a:lvl4pPr>
              <a:defRPr sz="2925" b="0">
                <a:solidFill>
                  <a:srgbClr val="0D0B10"/>
                </a:solidFill>
                <a:latin typeface="Georgia"/>
                <a:ea typeface="Georgia"/>
                <a:cs typeface="Georgia"/>
              </a:defRPr>
            </a:lvl4pPr>
            <a:lvl5pPr>
              <a:defRPr sz="2925" b="0">
                <a:solidFill>
                  <a:srgbClr val="0D0B10"/>
                </a:solidFill>
                <a:latin typeface="Georgia"/>
                <a:ea typeface="Georgia"/>
                <a:cs typeface="Georgia"/>
              </a:defRPr>
            </a:lvl5pPr>
            <a:lvl6pPr>
              <a:defRPr sz="2925" b="0">
                <a:solidFill>
                  <a:srgbClr val="0D0B10"/>
                </a:solidFill>
                <a:latin typeface="Georgia"/>
                <a:ea typeface="Georgia"/>
                <a:cs typeface="Georgia"/>
              </a:defRPr>
            </a:lvl6pPr>
            <a:lvl7pPr>
              <a:defRPr sz="2925" b="0">
                <a:solidFill>
                  <a:srgbClr val="0D0B10"/>
                </a:solidFill>
                <a:latin typeface="Georgia"/>
                <a:ea typeface="Georgia"/>
                <a:cs typeface="Georgia"/>
              </a:defRPr>
            </a:lvl7pPr>
            <a:lvl8pPr>
              <a:defRPr sz="2925" b="0">
                <a:solidFill>
                  <a:srgbClr val="0D0B10"/>
                </a:solidFill>
                <a:latin typeface="Georgia"/>
                <a:ea typeface="Georgia"/>
                <a:cs typeface="Georgia"/>
              </a:defRPr>
            </a:lvl8pPr>
            <a:lvl9pPr>
              <a:defRPr sz="2925" b="0">
                <a:solidFill>
                  <a:srgbClr val="0D0B10"/>
                </a:solidFill>
                <a:latin typeface="Georgia"/>
                <a:ea typeface="Georgia"/>
                <a:cs typeface="Georgia"/>
              </a:defRPr>
            </a:lvl9pPr>
          </a:lstStyle>
          <a:p xmlns:a="http://schemas.openxmlformats.org/drawingml/2006/main">
            <a:pPr>
              <a:defRPr sz="2925" b="0">
                <a:solidFill>
                  <a:srgbClr val="0D0B10"/>
                </a:solidFill>
                <a:latin typeface="Georgia"/>
                <a:ea typeface="Georgia"/>
                <a:cs typeface="Georgia"/>
              </a:defRPr>
            </a:pPr>
            <a:r>
              <a:rPr sz="2925" b="0">
                <a:solidFill>
                  <a:srgbClr val="0D0B10"/>
                </a:solidFill>
                <a:latin typeface="Georgia"/>
                <a:ea typeface="Georgia"/>
                <a:cs typeface="Georgia"/>
              </a:rPr>
              <a:t>Vamos Criar Juntos</a:t>
            </a:r>
          </a:p>
        </p:txBody>
      </p:sp>
      <p:sp>
        <p:nvSpPr>
          <p:cNvPr id="16" name="text-130">
            <a:extLst xmlns:a="http://schemas.openxmlformats.org/drawingml/2006/main">
              <a:ext uri="{FF2B5EF4-FFF2-40B4-BE49-F238E27FC236}">
                <a16:creationId xmlns:a16="http://schemas.microsoft.com/office/drawing/2014/main" id="{7C96D935-0FE7-4BC9-B32E-8F2F96C766E9}"/>
              </a:ext>
            </a:extLst>
          </p:cNvPr>
          <p:cNvSpPr>
            <a:spLocks xmlns:a="http://schemas.openxmlformats.org/drawingml/2006/main" noGrp="1"/>
          </p:cNvSpPr>
          <p:nvPr/>
        </p:nvSpPr>
        <p:spPr>
          <a:xfrm xmlns:a="http://schemas.openxmlformats.org/drawingml/2006/main">
            <a:off x="7429500" y="3362325"/>
            <a:ext cx="3810000" cy="3524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chor="t">
            <a:noAutofit/>
          </a:bodyPr>
          <a:lstStyle xmlns:a="http://schemas.openxmlformats.org/drawingml/2006/main">
            <a:defPPr>
              <a:defRPr sz="1950" b="0">
                <a:solidFill>
                  <a:srgbClr val="C2142F"/>
                </a:solidFill>
                <a:latin typeface="Arial"/>
                <a:ea typeface="Arial"/>
                <a:cs typeface="Arial"/>
              </a:defRPr>
            </a:defPPr>
            <a:lvl1pPr>
              <a:defRPr sz="1950" b="0">
                <a:solidFill>
                  <a:srgbClr val="C2142F"/>
                </a:solidFill>
                <a:latin typeface="Arial"/>
                <a:ea typeface="Arial"/>
                <a:cs typeface="Arial"/>
              </a:defRPr>
            </a:lvl1pPr>
            <a:lvl2pPr>
              <a:defRPr sz="1950" b="0">
                <a:solidFill>
                  <a:srgbClr val="C2142F"/>
                </a:solidFill>
                <a:latin typeface="Arial"/>
                <a:ea typeface="Arial"/>
                <a:cs typeface="Arial"/>
              </a:defRPr>
            </a:lvl2pPr>
            <a:lvl3pPr>
              <a:defRPr sz="1950" b="0">
                <a:solidFill>
                  <a:srgbClr val="C2142F"/>
                </a:solidFill>
                <a:latin typeface="Arial"/>
                <a:ea typeface="Arial"/>
                <a:cs typeface="Arial"/>
              </a:defRPr>
            </a:lvl3pPr>
            <a:lvl4pPr>
              <a:defRPr sz="1950" b="0">
                <a:solidFill>
                  <a:srgbClr val="C2142F"/>
                </a:solidFill>
                <a:latin typeface="Arial"/>
                <a:ea typeface="Arial"/>
                <a:cs typeface="Arial"/>
              </a:defRPr>
            </a:lvl4pPr>
            <a:lvl5pPr>
              <a:defRPr sz="1950" b="0">
                <a:solidFill>
                  <a:srgbClr val="C2142F"/>
                </a:solidFill>
                <a:latin typeface="Arial"/>
                <a:ea typeface="Arial"/>
                <a:cs typeface="Arial"/>
              </a:defRPr>
            </a:lvl5pPr>
            <a:lvl6pPr>
              <a:defRPr sz="1950" b="0">
                <a:solidFill>
                  <a:srgbClr val="C2142F"/>
                </a:solidFill>
                <a:latin typeface="Arial"/>
                <a:ea typeface="Arial"/>
                <a:cs typeface="Arial"/>
              </a:defRPr>
            </a:lvl6pPr>
            <a:lvl7pPr>
              <a:defRPr sz="1950" b="0">
                <a:solidFill>
                  <a:srgbClr val="C2142F"/>
                </a:solidFill>
                <a:latin typeface="Arial"/>
                <a:ea typeface="Arial"/>
                <a:cs typeface="Arial"/>
              </a:defRPr>
            </a:lvl7pPr>
            <a:lvl8pPr>
              <a:defRPr sz="1950" b="0">
                <a:solidFill>
                  <a:srgbClr val="C2142F"/>
                </a:solidFill>
                <a:latin typeface="Arial"/>
                <a:ea typeface="Arial"/>
                <a:cs typeface="Arial"/>
              </a:defRPr>
            </a:lvl8pPr>
            <a:lvl9pPr>
              <a:defRPr sz="1950" b="0">
                <a:solidFill>
                  <a:srgbClr val="C2142F"/>
                </a:solidFill>
                <a:latin typeface="Arial"/>
                <a:ea typeface="Arial"/>
                <a:cs typeface="Arial"/>
              </a:defRPr>
            </a:lvl9pPr>
          </a:lstStyle>
          <a:p xmlns:a="http://schemas.openxmlformats.org/drawingml/2006/main">
            <a:pPr>
              <a:defRPr sz="1950" b="0">
                <a:solidFill>
                  <a:srgbClr val="C2142F"/>
                </a:solidFill>
                <a:latin typeface="Arial"/>
                <a:ea typeface="Arial"/>
                <a:cs typeface="Arial"/>
              </a:defRPr>
            </a:pPr>
            <a:r>
              <a:rPr sz="1950" b="0">
                <a:solidFill>
                  <a:srgbClr val="C2142F"/>
                </a:solidFill>
                <a:latin typeface="Arial"/>
                <a:ea typeface="Arial"/>
                <a:cs typeface="Arial"/>
              </a:rPr>
              <a:t>giumsart@gmail.com</a:t>
            </a:r>
          </a:p>
        </p:txBody>
      </p:sp>
      <p:sp>
        <p:nvSpPr>
          <p:cNvPr id="17" name="rule-131">
            <a:extLst xmlns:a="http://schemas.openxmlformats.org/drawingml/2006/main">
              <a:ext uri="{FF2B5EF4-FFF2-40B4-BE49-F238E27FC236}">
                <a16:creationId xmlns:a16="http://schemas.microsoft.com/office/drawing/2014/main" id="{84650C8B-3C5E-4CE8-81FE-76C1B203AB39}"/>
              </a:ext>
            </a:extLst>
          </p:cNvPr>
          <p:cNvSpPr>
            <a:spLocks xmlns:a="http://schemas.openxmlformats.org/drawingml/2006/main" noGrp="1"/>
          </p:cNvSpPr>
          <p:nvPr/>
        </p:nvSpPr>
        <p:spPr>
          <a:xfrm xmlns:a="http://schemas.openxmlformats.org/drawingml/2006/main">
            <a:off x="7429500" y="3714750"/>
            <a:ext cx="2496312" cy="9525"/>
          </a:xfrm>
          <a:prstGeom xmlns:a="http://schemas.openxmlformats.org/drawingml/2006/main" prst="rect">
            <a:avLst/>
          </a:prstGeom>
          <a:solidFill xmlns:a="http://schemas.openxmlformats.org/drawingml/2006/main">
            <a:srgbClr val="C2142F"/>
          </a:solidFill>
          <a:ln xmlns:a="http://schemas.openxmlformats.org/drawingml/2006/main" w="0">
            <a:noFill/>
          </a:ln>
        </p:spPr>
      </p:sp>
      <p:sp>
        <p:nvSpPr>
          <p:cNvPr id="18" name="hotspot-1">
            <a:extLst xmlns:a="http://schemas.openxmlformats.org/drawingml/2006/main">
              <a:ext uri="{FF2B5EF4-FFF2-40B4-BE49-F238E27FC236}">
                <a16:creationId xmlns:a16="http://schemas.microsoft.com/office/drawing/2014/main" id="{A32BF378-EF2B-4248-8750-3EE048444D1D}"/>
              </a:ext>
            </a:extLst>
            <ns0:hlinkClick xmlns:ns0="http://schemas.openxmlformats.org/drawingml/2006/main" xmlns:ns1="http://schemas.openxmlformats.org/officeDocument/2006/relationships" ns1:id="rIdClick1"/>
          </p:cNvPr>
          <p:cNvSpPr>
            <a:spLocks xmlns:a="http://schemas.openxmlformats.org/drawingml/2006/main" noGrp="1"/>
          </p:cNvSpPr>
          <p:nvPr/>
        </p:nvSpPr>
        <p:spPr>
          <a:xfrm xmlns:a="http://schemas.openxmlformats.org/drawingml/2006/main">
            <a:off x="7429500" y="3362325"/>
            <a:ext cx="3810000" cy="400050"/>
          </a:xfrm>
          <a:prstGeom xmlns:a="http://schemas.openxmlformats.org/drawingml/2006/main" prst="rect">
            <a:avLst/>
          </a:prstGeom>
          <a:solidFill xmlns:a="http://schemas.openxmlformats.org/drawingml/2006/main">
            <a:srgbClr val="FFFFFF">
              <a:alpha val="0"/>
            </a:srgbClr>
          </a:solidFill>
          <a:ln xmlns:a="http://schemas.openxmlformats.org/drawingml/2006/main" w="0">
            <a:noFill/>
          </a:ln>
        </p:spPr>
      </p:sp>
      <p:sp>
        <p:nvSpPr>
          <p:cNvPr id="19" name="rule-133">
            <a:extLst xmlns:a="http://schemas.openxmlformats.org/drawingml/2006/main">
              <a:ext uri="{FF2B5EF4-FFF2-40B4-BE49-F238E27FC236}">
                <a16:creationId xmlns:a16="http://schemas.microsoft.com/office/drawing/2014/main" id="{FA44BDAE-6B92-41D4-AE5E-C1075151969F}"/>
              </a:ext>
            </a:extLst>
          </p:cNvPr>
          <p:cNvSpPr>
            <a:spLocks xmlns:a="http://schemas.openxmlformats.org/drawingml/2006/main" noGrp="1"/>
          </p:cNvSpPr>
          <p:nvPr/>
        </p:nvSpPr>
        <p:spPr>
          <a:xfrm xmlns:a="http://schemas.openxmlformats.org/drawingml/2006/main">
            <a:off x="571500" y="6334125"/>
            <a:ext cx="11049000" cy="19050"/>
          </a:xfrm>
          <a:prstGeom xmlns:a="http://schemas.openxmlformats.org/drawingml/2006/main" prst="rect">
            <a:avLst/>
          </a:prstGeom>
          <a:solidFill xmlns:a="http://schemas.openxmlformats.org/drawingml/2006/main">
            <a:srgbClr val="C2142F"/>
          </a:solidFill>
          <a:ln xmlns:a="http://schemas.openxmlformats.org/drawingml/2006/main" w="0">
            <a:noFill/>
          </a:ln>
        </p:spPr>
      </p:sp>
    </p:spTree>
    <p:extLst>
      <p:ext uri="{BB962C8B-B14F-4D97-AF65-F5344CB8AC3E}">
        <p14:creationId xmlns:p14="http://schemas.microsoft.com/office/powerpoint/2010/main" val="62308112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2026-10-17T00:23:21.2090000Z</dcterms:created>
  <dcterms:modified xsi:type="dcterms:W3CDTF">2026-10-17T00:23:21.2090000Z</dcterms:modified>
</coreProperties>
</file>