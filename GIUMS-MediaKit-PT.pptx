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8ba24a0cab407a" /><Relationship Type="http://schemas.openxmlformats.org/officeDocument/2006/relationships/extended-properties" Target="/docProps/app.xml" Id="Rc46b00ee95574bd5" /><Relationship Type="http://schemas.openxmlformats.org/officeDocument/2006/relationships/officeDocument" Target="/ppt/presentation.xml" Id="R0061bf8a131d40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a1180c2f214719"/>
  </p:sldMasterIdLst>
  <p:notesMasterIdLst>
    <p:notesMasterId xmlns:r="http://schemas.openxmlformats.org/officeDocument/2006/relationships" r:id="R553afbddb5d046d2"/>
  </p:notesMasterIdLst>
  <p:sldIdLst>
    <p:sldId xmlns:r="http://schemas.openxmlformats.org/officeDocument/2006/relationships" id="256" r:id="R0c3811dbdf894e6b"/>
    <p:sldId xmlns:r="http://schemas.openxmlformats.org/officeDocument/2006/relationships" id="257" r:id="Rfbdc9a25d02341b4"/>
    <p:sldId xmlns:r="http://schemas.openxmlformats.org/officeDocument/2006/relationships" id="258" r:id="Ra18cbea7aef8409a"/>
    <p:sldId xmlns:r="http://schemas.openxmlformats.org/officeDocument/2006/relationships" id="259" r:id="R8842f2878d01441a"/>
    <p:sldId xmlns:r="http://schemas.openxmlformats.org/officeDocument/2006/relationships" id="260" r:id="Rf1652adc5f684925"/>
    <p:sldId xmlns:r="http://schemas.openxmlformats.org/officeDocument/2006/relationships" id="261" r:id="R5ee59fcfe0804f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ff29222db84af3" /><Relationship Type="http://schemas.openxmlformats.org/officeDocument/2006/relationships/slideMaster" Target="/ppt/slideMasters/slideMaster1.xml" Id="R7ca1180c2f214719" /><Relationship Type="http://schemas.openxmlformats.org/officeDocument/2006/relationships/notesMaster" Target="/ppt/notesMasters/notesMaster1.xml" Id="R553afbddb5d046d2" /><Relationship Type="http://schemas.openxmlformats.org/officeDocument/2006/relationships/presProps" Target="/ppt/presProps.xml" Id="Rd253e4dbf8ab40d8" /><Relationship Type="http://schemas.openxmlformats.org/officeDocument/2006/relationships/tableStyles" Target="/ppt/tableStyles.xml" Id="R610e8fd9ad6c4776" /><Relationship Type="http://schemas.openxmlformats.org/officeDocument/2006/relationships/slide" Target="/ppt/slides/slide1.xml" Id="R0c3811dbdf894e6b" /><Relationship Type="http://schemas.openxmlformats.org/officeDocument/2006/relationships/slide" Target="/ppt/slides/slide2.xml" Id="Rfbdc9a25d02341b4" /><Relationship Type="http://schemas.openxmlformats.org/officeDocument/2006/relationships/slide" Target="/ppt/slides/slide3.xml" Id="Ra18cbea7aef8409a" /><Relationship Type="http://schemas.openxmlformats.org/officeDocument/2006/relationships/slide" Target="/ppt/slides/slide4.xml" Id="R8842f2878d01441a" /><Relationship Type="http://schemas.openxmlformats.org/officeDocument/2006/relationships/slide" Target="/ppt/slides/slide5.xml" Id="Rf1652adc5f684925" /><Relationship Type="http://schemas.openxmlformats.org/officeDocument/2006/relationships/slide" Target="/ppt/slides/slide6.xml" Id="R5ee59fcfe0804f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40b4ac0abf4e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34b4ba2f4d4584" /><Relationship Type="http://schemas.openxmlformats.org/officeDocument/2006/relationships/notesMaster" Target="/ppt/notesMasters/notesMaster1.xml" Id="Radfb95c3e9164f8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2d8b19549d408d" /><Relationship Type="http://schemas.openxmlformats.org/officeDocument/2006/relationships/notesMaster" Target="/ppt/notesMasters/notesMaster1.xml" Id="R1394f8b2ab4f4f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07fe268d0b489c" /><Relationship Type="http://schemas.openxmlformats.org/officeDocument/2006/relationships/notesMaster" Target="/ppt/notesMasters/notesMaster1.xml" Id="R896cf01db67b44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2b03e120cf4dd8" /><Relationship Type="http://schemas.openxmlformats.org/officeDocument/2006/relationships/notesMaster" Target="/ppt/notesMasters/notesMaster1.xml" Id="R1d9a9511eed54d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7aacc2bf324b93" /><Relationship Type="http://schemas.openxmlformats.org/officeDocument/2006/relationships/notesMaster" Target="/ppt/notesMasters/notesMaster1.xml" Id="R36ec835e06a54b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1950735b4d4455" /><Relationship Type="http://schemas.openxmlformats.org/officeDocument/2006/relationships/notesMaster" Target="/ppt/notesMasters/notesMaster1.xml" Id="R77556ef5b84742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45cc5ce2c4da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c73f0c7df647f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93824cbfd947d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75171e34e4b5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1763c4a7cc49f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385968c48243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71BA55F-E44E-4347-8CBF-01F5BEBD8C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1C69BE4-386E-40E8-B899-1571128AB4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A6A23C7-BAB0-49A5-9802-1EA1967669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0AE0E0-6395-4082-ABEF-CE01772DC4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02BE956-6A88-4DD8-A105-B8B06090DD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839039E-632E-4B57-89B8-867CA8693F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9D20699-FCF5-4F0E-AC58-1AD2AA402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28A2912-C6D4-4D72-ADB5-67AA9DBA7C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38DCF6-302D-417A-A6C1-AD50A73E3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9C7D7CD-1A5E-42BA-838C-7EEA59F957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9104be48c54cc8" /><Relationship Type="http://schemas.openxmlformats.org/officeDocument/2006/relationships/slideLayout" Target="/ppt/slideLayouts/slideLayout1.xml" Id="R44544c6a99ef4516" /><Relationship Type="http://schemas.openxmlformats.org/officeDocument/2006/relationships/slideLayout" Target="/ppt/slideLayouts/slideLayout2.xml" Id="Rd36581a96ed345b6" /><Relationship Type="http://schemas.openxmlformats.org/officeDocument/2006/relationships/slideLayout" Target="/ppt/slideLayouts/slideLayout3.xml" Id="R2f077cff91014cad" /><Relationship Type="http://schemas.openxmlformats.org/officeDocument/2006/relationships/slideLayout" Target="/ppt/slideLayouts/slideLayout4.xml" Id="Rd148a23b864740f1" /><Relationship Type="http://schemas.openxmlformats.org/officeDocument/2006/relationships/slideLayout" Target="/ppt/slideLayouts/slideLayout5.xml" Id="R747a84dc1db6412f" /><Relationship Type="http://schemas.openxmlformats.org/officeDocument/2006/relationships/slideLayout" Target="/ppt/slideLayouts/slideLayout6.xml" Id="Rc2bb2d91bad642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544c6a99ef4516"/>
    <p:sldLayoutId xmlns:r="http://schemas.openxmlformats.org/officeDocument/2006/relationships" id="2147483650" r:id="Rd36581a96ed345b6"/>
    <p:sldLayoutId xmlns:r="http://schemas.openxmlformats.org/officeDocument/2006/relationships" id="2147483651" r:id="R2f077cff91014cad"/>
    <p:sldLayoutId xmlns:r="http://schemas.openxmlformats.org/officeDocument/2006/relationships" id="2147483652" r:id="Rd148a23b864740f1"/>
    <p:sldLayoutId xmlns:r="http://schemas.openxmlformats.org/officeDocument/2006/relationships" id="2147483653" r:id="R747a84dc1db6412f"/>
    <p:sldLayoutId xmlns:r="http://schemas.openxmlformats.org/officeDocument/2006/relationships" id="2147483654" r:id="Rc2bb2d91bad642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cdf893661b4848" /><Relationship Type="http://schemas.openxmlformats.org/officeDocument/2006/relationships/image" Target="/ppt/media/image.jpeg" Id="Rf34deb89942a4afb" /><Relationship Type="http://schemas.openxmlformats.org/officeDocument/2006/relationships/notesSlide" Target="/ppt/notesSlides/notesSlide1.xml" Id="R38aa0dc767974b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7cc7bf52734dd8" /><Relationship Type="http://schemas.openxmlformats.org/officeDocument/2006/relationships/image" Target="/ppt/media/image2.jpeg" Id="Rd066acc4b7ec47a3" /><Relationship Type="http://schemas.openxmlformats.org/officeDocument/2006/relationships/notesSlide" Target="/ppt/notesSlides/notesSlide2.xml" Id="Rcf5804514620415c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6ebedd0fee94228"/><Relationship Type="http://schemas.openxmlformats.org/officeDocument/2006/relationships/image" Target="/ppt/media/image3.jpeg" Id="R73d54542c22d40d7"/><Relationship Type="http://schemas.openxmlformats.org/officeDocument/2006/relationships/notesSlide" Target="/ppt/notesSlides/notesSlide3.xml" Id="R85cecd3fc5d54bf2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936a6254837450c"/><Relationship Type="http://schemas.openxmlformats.org/officeDocument/2006/relationships/image" Target="/ppt/media/image4.jpeg" Id="R65ce45e6ca024af7"/><Relationship Type="http://schemas.openxmlformats.org/officeDocument/2006/relationships/notesSlide" Target="/ppt/notesSlides/notesSlide4.xml" Id="R898c38b10b7c4d66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568b7151d464d4d"/><Relationship Type="http://schemas.openxmlformats.org/officeDocument/2006/relationships/image" Target="/ppt/media/image5.jpeg" Id="R5059f49ae82049ca"/><Relationship Type="http://schemas.openxmlformats.org/officeDocument/2006/relationships/notesSlide" Target="/ppt/notesSlides/notesSlide5.xml" Id="Rccca38b25d5d40bf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ecedc3db59ff45f4"/><Relationship Type="http://schemas.openxmlformats.org/officeDocument/2006/relationships/image" Target="/ppt/media/image6.jpeg" Id="R56e255505dbc4a83"/><Relationship Type="http://schemas.openxmlformats.org/officeDocument/2006/relationships/notesSlide" Target="/ppt/notesSlides/notesSlide6.xml" Id="R4c58535da47d4a79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14F82F-7261-48BB-801D-D8B05C949C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deb89942a4afb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8357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4B660-3AEB-4DA5-9BDC-76AEF29520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6acc4b7ec47a3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2384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0FDFC-D3D0-4357-8BB0-B0805A75A1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d54542c22d40d7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0F9AC09E-2EE9-458D-AFCC-726BF42C7906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9026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187490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7EE24-D1F0-4136-87C7-2238230CD1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e45e6ca024af7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39227935-79ED-48A5-86B6-262934C9A1C5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C990242C-CF4C-4182-B500-CF70A2539D86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168262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B40A6-DD74-4530-A368-EE2EF5B01D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f49ae82049ca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FCCAFA95-0452-4957-9CA0-269227D11668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20246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D2E54FF0-79CD-4E94-90F3-591231209DE1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134043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DC6E0650-6B6F-4D4C-B174-6672CB3EA881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165988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697147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0F67F2-072D-4AD5-9A66-B4B94C40C8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55505dbc4a83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A1F4B53C-00F2-40DC-942F-2F5E90CC3304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44422357-244F-4F03-B3A5-5882AE93FDCC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F7BCD1EA-7687-4D68-9EFB-9F7194434A8E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E26AE29B-58F7-4EE4-BD74-B440E7A0FF59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6803A698-AC42-4CE0-8663-1C7FC000B89C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B4104F5C-E320-4FD4-99E5-D71EB7039441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F1ECD539-921B-4B94-AC46-060241D158D0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7401022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2026-10-17T00:02:54.7410000Z</dcterms:created>
  <dcterms:modified xsi:type="dcterms:W3CDTF">2026-10-17T00:02:54.7410000Z</dcterms:modified>
</coreProperties>
</file>