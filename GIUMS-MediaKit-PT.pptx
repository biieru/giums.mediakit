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825855141044ac" /><Relationship Type="http://schemas.openxmlformats.org/officeDocument/2006/relationships/extended-properties" Target="/docProps/app.xml" Id="Rf48089b59d2a4e84" /><Relationship Type="http://schemas.openxmlformats.org/officeDocument/2006/relationships/officeDocument" Target="/ppt/presentation.xml" Id="Rfe5c508e46884e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e0c88dec2e4277"/>
  </p:sldMasterIdLst>
  <p:notesMasterIdLst>
    <p:notesMasterId xmlns:r="http://schemas.openxmlformats.org/officeDocument/2006/relationships" r:id="R691bb485c65041b2"/>
  </p:notesMasterIdLst>
  <p:sldIdLst>
    <p:sldId xmlns:r="http://schemas.openxmlformats.org/officeDocument/2006/relationships" id="256" r:id="Rbc72b23fb8ce4d58"/>
    <p:sldId xmlns:r="http://schemas.openxmlformats.org/officeDocument/2006/relationships" id="257" r:id="R3cabac63af30486c"/>
    <p:sldId xmlns:r="http://schemas.openxmlformats.org/officeDocument/2006/relationships" id="258" r:id="R0c30e59b886c4927"/>
    <p:sldId xmlns:r="http://schemas.openxmlformats.org/officeDocument/2006/relationships" id="259" r:id="R97ff30c3453148d5"/>
    <p:sldId xmlns:r="http://schemas.openxmlformats.org/officeDocument/2006/relationships" id="260" r:id="Rc87c150b3fee42fd"/>
    <p:sldId xmlns:r="http://schemas.openxmlformats.org/officeDocument/2006/relationships" id="261" r:id="R5845eeddeb9540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f9d97fa0f64de5" /><Relationship Type="http://schemas.openxmlformats.org/officeDocument/2006/relationships/slideMaster" Target="/ppt/slideMasters/slideMaster1.xml" Id="Rd9e0c88dec2e4277" /><Relationship Type="http://schemas.openxmlformats.org/officeDocument/2006/relationships/notesMaster" Target="/ppt/notesMasters/notesMaster1.xml" Id="R691bb485c65041b2" /><Relationship Type="http://schemas.openxmlformats.org/officeDocument/2006/relationships/presProps" Target="/ppt/presProps.xml" Id="Rbf771fe7069b4f69" /><Relationship Type="http://schemas.openxmlformats.org/officeDocument/2006/relationships/tableStyles" Target="/ppt/tableStyles.xml" Id="R0d0bd329132143ab" /><Relationship Type="http://schemas.openxmlformats.org/officeDocument/2006/relationships/slide" Target="/ppt/slides/slide1.xml" Id="Rbc72b23fb8ce4d58" /><Relationship Type="http://schemas.openxmlformats.org/officeDocument/2006/relationships/slide" Target="/ppt/slides/slide2.xml" Id="R3cabac63af30486c" /><Relationship Type="http://schemas.openxmlformats.org/officeDocument/2006/relationships/slide" Target="/ppt/slides/slide3.xml" Id="R0c30e59b886c4927" /><Relationship Type="http://schemas.openxmlformats.org/officeDocument/2006/relationships/slide" Target="/ppt/slides/slide4.xml" Id="R97ff30c3453148d5" /><Relationship Type="http://schemas.openxmlformats.org/officeDocument/2006/relationships/slide" Target="/ppt/slides/slide5.xml" Id="Rc87c150b3fee42fd" /><Relationship Type="http://schemas.openxmlformats.org/officeDocument/2006/relationships/slide" Target="/ppt/slides/slide6.xml" Id="R5845eeddeb9540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303938e07a49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46d96170c941c1" /><Relationship Type="http://schemas.openxmlformats.org/officeDocument/2006/relationships/notesMaster" Target="/ppt/notesMasters/notesMaster1.xml" Id="Ree1bcf0651ac4a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b93326b88f4c95" /><Relationship Type="http://schemas.openxmlformats.org/officeDocument/2006/relationships/notesMaster" Target="/ppt/notesMasters/notesMaster1.xml" Id="R75aaf32f02a146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a39ec70aae4e61" /><Relationship Type="http://schemas.openxmlformats.org/officeDocument/2006/relationships/notesMaster" Target="/ppt/notesMasters/notesMaster1.xml" Id="Raac28044c95845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47020cd58b4455" /><Relationship Type="http://schemas.openxmlformats.org/officeDocument/2006/relationships/notesMaster" Target="/ppt/notesMasters/notesMaster1.xml" Id="Rbf8c9ab72a1544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3eafd75a4c4b1c" /><Relationship Type="http://schemas.openxmlformats.org/officeDocument/2006/relationships/notesMaster" Target="/ppt/notesMasters/notesMaster1.xml" Id="Re61e956ea47346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30ed33d2a14029" /><Relationship Type="http://schemas.openxmlformats.org/officeDocument/2006/relationships/notesMaster" Target="/ppt/notesMasters/notesMaster1.xml" Id="R2f0bf7958fc14e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6fe81042c841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c29b8eba146e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c99b59d8b2475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9f402fc52f46e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51c6c1b12d4e5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9a7ef01bd24e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A42ED6-9FC6-4579-A730-AFF941E91C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2002722-BA97-4A28-8092-07D047D9DFF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97237AF-DA46-4134-A0B5-843591E46F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64250D-D478-4335-BB5E-7F2A597D2D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58AA5D-3AE4-42A6-ACBE-A4D413602D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ACF1EA4-BC8C-488E-9F42-1CF16284F2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A7189D-BEA8-4507-A037-62B78DC5DD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D808CEE-D61D-4C49-9312-3E4981A6ACE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AF98CB-1064-406B-B59B-ED2ED4D119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96BD7F4-167A-4DDA-9591-0CF5A79360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4730ef1bec4e17" /><Relationship Type="http://schemas.openxmlformats.org/officeDocument/2006/relationships/slideLayout" Target="/ppt/slideLayouts/slideLayout1.xml" Id="Rf83cd3eda9854d0d" /><Relationship Type="http://schemas.openxmlformats.org/officeDocument/2006/relationships/slideLayout" Target="/ppt/slideLayouts/slideLayout2.xml" Id="R61c9c34001014a57" /><Relationship Type="http://schemas.openxmlformats.org/officeDocument/2006/relationships/slideLayout" Target="/ppt/slideLayouts/slideLayout3.xml" Id="Radabe19cd3c94d6b" /><Relationship Type="http://schemas.openxmlformats.org/officeDocument/2006/relationships/slideLayout" Target="/ppt/slideLayouts/slideLayout4.xml" Id="Rc8bb49e1299e4ca9" /><Relationship Type="http://schemas.openxmlformats.org/officeDocument/2006/relationships/slideLayout" Target="/ppt/slideLayouts/slideLayout5.xml" Id="Ra8af3038d17c4e39" /><Relationship Type="http://schemas.openxmlformats.org/officeDocument/2006/relationships/slideLayout" Target="/ppt/slideLayouts/slideLayout6.xml" Id="R1a229ad4e6bb41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3cd3eda9854d0d"/>
    <p:sldLayoutId xmlns:r="http://schemas.openxmlformats.org/officeDocument/2006/relationships" id="2147483650" r:id="R61c9c34001014a57"/>
    <p:sldLayoutId xmlns:r="http://schemas.openxmlformats.org/officeDocument/2006/relationships" id="2147483651" r:id="Radabe19cd3c94d6b"/>
    <p:sldLayoutId xmlns:r="http://schemas.openxmlformats.org/officeDocument/2006/relationships" id="2147483652" r:id="Rc8bb49e1299e4ca9"/>
    <p:sldLayoutId xmlns:r="http://schemas.openxmlformats.org/officeDocument/2006/relationships" id="2147483653" r:id="Ra8af3038d17c4e39"/>
    <p:sldLayoutId xmlns:r="http://schemas.openxmlformats.org/officeDocument/2006/relationships" id="2147483654" r:id="R1a229ad4e6bb41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415b56077c44fa" /><Relationship Type="http://schemas.openxmlformats.org/officeDocument/2006/relationships/image" Target="/ppt/media/image.jpeg" Id="Rd49f7fc597c24718" /><Relationship Type="http://schemas.openxmlformats.org/officeDocument/2006/relationships/notesSlide" Target="/ppt/notesSlides/notesSlide1.xml" Id="R7f4f7322841d46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bb8e96837e409b" /><Relationship Type="http://schemas.openxmlformats.org/officeDocument/2006/relationships/image" Target="/ppt/media/image2.jpeg" Id="Rcbd081957f7c47f0" /><Relationship Type="http://schemas.openxmlformats.org/officeDocument/2006/relationships/notesSlide" Target="/ppt/notesSlides/notesSlide2.xml" Id="Rf82d7f0eee7449d4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86b83fdc7ea4993"/><Relationship Type="http://schemas.openxmlformats.org/officeDocument/2006/relationships/image" Target="/ppt/media/image3.jpeg" Id="R33532a5707cd481f"/><Relationship Type="http://schemas.openxmlformats.org/officeDocument/2006/relationships/notesSlide" Target="/ppt/notesSlides/notesSlide3.xml" Id="R0727f4729eee48d0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c274aa094fd41eb"/><Relationship Type="http://schemas.openxmlformats.org/officeDocument/2006/relationships/image" Target="/ppt/media/image4.jpeg" Id="R09c6852061fc46a4"/><Relationship Type="http://schemas.openxmlformats.org/officeDocument/2006/relationships/notesSlide" Target="/ppt/notesSlides/notesSlide4.xml" Id="R46d544a1de424108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d87e0313c1f4910"/><Relationship Type="http://schemas.openxmlformats.org/officeDocument/2006/relationships/image" Target="/ppt/media/image5.jpeg" Id="Rd9f117d01efb476d"/><Relationship Type="http://schemas.openxmlformats.org/officeDocument/2006/relationships/notesSlide" Target="/ppt/notesSlides/notesSlide5.xml" Id="Rfb7f8748ffa54188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129baa606e7443b"/><Relationship Type="http://schemas.openxmlformats.org/officeDocument/2006/relationships/image" Target="/ppt/media/image6.jpeg" Id="R1a2023c6042240c7"/><Relationship Type="http://schemas.openxmlformats.org/officeDocument/2006/relationships/notesSlide" Target="/ppt/notesSlides/notesSlide6.xml" Id="R7919685712b54d64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CF176-0627-470F-BF2D-DE5BAEADF5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f7fc597c24718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6636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C9C96-270A-4F1E-8A28-54945791C3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081957f7c47f0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5546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AA2B0-2266-4F0D-ADF7-00F6EDB0A5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32a5707cd481f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08BCC421-3EC8-4266-978B-B44C270809CD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2330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270908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7BF80-21C6-4E15-8672-E1F5A21924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c6852061fc46a4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5E25BCE5-3514-4B5E-B35C-3D9EEAC65F47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B0A09213-9291-470F-AA8A-0DA9BB85A170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15589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5795A-32F2-4120-A072-2D9BABC897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117d01efb476d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118472DE-8C95-48A1-B36B-3B35B6009489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20246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74CA7304-59D6-4B9E-87CE-2E13C8273A66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134043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ACC0563E-1EDC-4F58-8FA1-83D506716671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165988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98537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F6FDF-3080-4946-BD02-B5A8ED2EF6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023c6042240c7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E2D297C4-881F-467E-895B-127B2F2E1382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E143E8F4-BBBC-4FA0-8543-F02E91AB1D7A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E610D462-9A4E-4796-B986-6625920822C0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7279870E-B89A-43BE-9BBF-42BF3CB6B1DD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ED35AAD3-45D9-4B9C-AF51-3D42E9373AF7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800272DC-3476-4DC2-897F-52ED3729DC2D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F70ADA0A-58AC-4072-961B-C357F7F38BBE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8591558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2026-10-16T23:57:36.9850000Z</dcterms:created>
  <dcterms:modified xsi:type="dcterms:W3CDTF">2026-10-16T23:57:36.9850000Z</dcterms:modified>
</coreProperties>
</file>