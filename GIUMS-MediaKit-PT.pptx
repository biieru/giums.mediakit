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60ad8ef415400d" /><Relationship Type="http://schemas.openxmlformats.org/officeDocument/2006/relationships/extended-properties" Target="/docProps/app.xml" Id="Re7f62f737dad460c" /><Relationship Type="http://schemas.openxmlformats.org/officeDocument/2006/relationships/officeDocument" Target="/ppt/presentation.xml" Id="R1f7d2fe5b14546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d3c34f9cb2b4281"/>
  </p:sldMasterIdLst>
  <p:notesMasterIdLst>
    <p:notesMasterId xmlns:r="http://schemas.openxmlformats.org/officeDocument/2006/relationships" r:id="Rdbdf2c0f5e5a430d"/>
  </p:notesMasterIdLst>
  <p:sldIdLst>
    <p:sldId xmlns:r="http://schemas.openxmlformats.org/officeDocument/2006/relationships" id="256" r:id="R0f3051f99dbb42fb"/>
    <p:sldId xmlns:r="http://schemas.openxmlformats.org/officeDocument/2006/relationships" id="257" r:id="Rdcabbe6a1db14661"/>
    <p:sldId xmlns:r="http://schemas.openxmlformats.org/officeDocument/2006/relationships" id="258" r:id="R8a5118b9d27c4f15"/>
    <p:sldId xmlns:r="http://schemas.openxmlformats.org/officeDocument/2006/relationships" id="259" r:id="R7cd3a5c38c764ddb"/>
    <p:sldId xmlns:r="http://schemas.openxmlformats.org/officeDocument/2006/relationships" id="260" r:id="R1f7aec35f37d4fb8"/>
    <p:sldId xmlns:r="http://schemas.openxmlformats.org/officeDocument/2006/relationships" id="261" r:id="R7c7a3e54e1e44f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03ceb713f8b4518" /><Relationship Type="http://schemas.openxmlformats.org/officeDocument/2006/relationships/slideMaster" Target="/ppt/slideMasters/slideMaster1.xml" Id="Rbd3c34f9cb2b4281" /><Relationship Type="http://schemas.openxmlformats.org/officeDocument/2006/relationships/notesMaster" Target="/ppt/notesMasters/notesMaster1.xml" Id="Rdbdf2c0f5e5a430d" /><Relationship Type="http://schemas.openxmlformats.org/officeDocument/2006/relationships/presProps" Target="/ppt/presProps.xml" Id="Re651b5ebc93b4f31" /><Relationship Type="http://schemas.openxmlformats.org/officeDocument/2006/relationships/tableStyles" Target="/ppt/tableStyles.xml" Id="Rd4b36aa21ce54efe" /><Relationship Type="http://schemas.openxmlformats.org/officeDocument/2006/relationships/slide" Target="/ppt/slides/slide1.xml" Id="R0f3051f99dbb42fb" /><Relationship Type="http://schemas.openxmlformats.org/officeDocument/2006/relationships/slide" Target="/ppt/slides/slide2.xml" Id="Rdcabbe6a1db14661" /><Relationship Type="http://schemas.openxmlformats.org/officeDocument/2006/relationships/slide" Target="/ppt/slides/slide3.xml" Id="R8a5118b9d27c4f15" /><Relationship Type="http://schemas.openxmlformats.org/officeDocument/2006/relationships/slide" Target="/ppt/slides/slide4.xml" Id="R7cd3a5c38c764ddb" /><Relationship Type="http://schemas.openxmlformats.org/officeDocument/2006/relationships/slide" Target="/ppt/slides/slide5.xml" Id="R1f7aec35f37d4fb8" /><Relationship Type="http://schemas.openxmlformats.org/officeDocument/2006/relationships/slide" Target="/ppt/slides/slide6.xml" Id="R7c7a3e54e1e44f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f43824b8ba644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88dd7ee04a495c" /><Relationship Type="http://schemas.openxmlformats.org/officeDocument/2006/relationships/notesMaster" Target="/ppt/notesMasters/notesMaster1.xml" Id="Rb7972895a14142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68d3cfa7d24122" /><Relationship Type="http://schemas.openxmlformats.org/officeDocument/2006/relationships/notesMaster" Target="/ppt/notesMasters/notesMaster1.xml" Id="Rce6ae6b0da0847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0cc40c30a444704" /><Relationship Type="http://schemas.openxmlformats.org/officeDocument/2006/relationships/notesMaster" Target="/ppt/notesMasters/notesMaster1.xml" Id="R05f293bddc6147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9d2b58cecb434c" /><Relationship Type="http://schemas.openxmlformats.org/officeDocument/2006/relationships/notesMaster" Target="/ppt/notesMasters/notesMaster1.xml" Id="R5cbb46667b2e481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2cb861070e413a" /><Relationship Type="http://schemas.openxmlformats.org/officeDocument/2006/relationships/notesMaster" Target="/ppt/notesMasters/notesMaster1.xml" Id="Rff0f73e382bb40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9e7f2838de4d80" /><Relationship Type="http://schemas.openxmlformats.org/officeDocument/2006/relationships/notesMaster" Target="/ppt/notesMasters/notesMaster1.xml" Id="R421fa59ac60b4e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Cover. Source: https://github.com/Biieru/GIUMS.Mediakit (index.html, css/style.css, js/brand.js, assets). Visual reproduced from the website at its original proportions. Audience figures as supplied: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Artist and original art. Source: https://github.com/Biieru/GIUMS.Mediakit (index.html, css/style.css, js/brand.js, assets). Visual reproduced from the website at its original proportions. Audience figures as supplied: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YATHRA. Source: https://github.com/Biieru/GIUMS.Mediakit (index.html, css/style.css, js/brand.js, assets). Visual reproduced from the website at its original proportions. Audience figures as supplied: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Audience and reach. Source: https://github.com/Biieru/GIUMS.Mediakit (index.html, css/style.css, js/brand.js, assets). Visual reproduced from the website at its original proportions. Audience figures as supplied: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Brand partnerships. Source: https://github.com/Biieru/GIUMS.Mediakit (index.html, css/style.css, js/brand.js, assets). Visual reproduced from the website at its original proportions. Audience figures as supplied: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Contact and usage rights. Source: https://github.com/Biieru/GIUMS.Mediakit (index.html, css/style.css, js/brand.js, assets). Visual reproduced from the website at its original proportions. Audience figures as supplied: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496513436441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da8c0852e740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d0dfc7bc8450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c2c6379d02469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c5643182c44a3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7713b7af04f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055592-D07C-4005-953C-B6CE337142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CB29565-F29D-49CF-BE69-4261A191D2C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D21796B-4421-4E12-A0E1-A314E488DC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14D8AC-2B2B-4BDD-9399-FF971C7486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6C85CE-C151-4F1E-A4E3-12691E7093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2034BA0-C0D5-44E7-A885-0E1DB34FCE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C748D4C-196F-472B-8237-67E9B5C6EB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EAADBB5-ABBC-4FDD-9F29-8B3FE57CB69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94426E-4593-4BBA-9681-FFE53DC372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27D81C3-5512-466F-9122-DC952AEBB57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5367c3853b44ac" /><Relationship Type="http://schemas.openxmlformats.org/officeDocument/2006/relationships/slideLayout" Target="/ppt/slideLayouts/slideLayout1.xml" Id="R287897abd33a400c" /><Relationship Type="http://schemas.openxmlformats.org/officeDocument/2006/relationships/slideLayout" Target="/ppt/slideLayouts/slideLayout2.xml" Id="R79ab2e2bad124b82" /><Relationship Type="http://schemas.openxmlformats.org/officeDocument/2006/relationships/slideLayout" Target="/ppt/slideLayouts/slideLayout3.xml" Id="R3dd2ea4547aa4cbc" /><Relationship Type="http://schemas.openxmlformats.org/officeDocument/2006/relationships/slideLayout" Target="/ppt/slideLayouts/slideLayout4.xml" Id="Rb9ca0f42130e4e53" /><Relationship Type="http://schemas.openxmlformats.org/officeDocument/2006/relationships/slideLayout" Target="/ppt/slideLayouts/slideLayout5.xml" Id="Rf0eaa61c6fad44b5" /><Relationship Type="http://schemas.openxmlformats.org/officeDocument/2006/relationships/slideLayout" Target="/ppt/slideLayouts/slideLayout6.xml" Id="R946f7b5934fd463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7897abd33a400c"/>
    <p:sldLayoutId xmlns:r="http://schemas.openxmlformats.org/officeDocument/2006/relationships" id="2147483650" r:id="R79ab2e2bad124b82"/>
    <p:sldLayoutId xmlns:r="http://schemas.openxmlformats.org/officeDocument/2006/relationships" id="2147483651" r:id="R3dd2ea4547aa4cbc"/>
    <p:sldLayoutId xmlns:r="http://schemas.openxmlformats.org/officeDocument/2006/relationships" id="2147483652" r:id="Rb9ca0f42130e4e53"/>
    <p:sldLayoutId xmlns:r="http://schemas.openxmlformats.org/officeDocument/2006/relationships" id="2147483653" r:id="Rf0eaa61c6fad44b5"/>
    <p:sldLayoutId xmlns:r="http://schemas.openxmlformats.org/officeDocument/2006/relationships" id="2147483654" r:id="R946f7b5934fd463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8431c822c3463c" /><Relationship Type="http://schemas.openxmlformats.org/officeDocument/2006/relationships/image" Target="/ppt/media/image.jpeg" Id="R900990bd805e4500" /><Relationship Type="http://schemas.openxmlformats.org/officeDocument/2006/relationships/notesSlide" Target="/ppt/notesSlides/notesSlide1.xml" Id="R01be41e02ee6460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9a5cd6e4dc48a8" /><Relationship Type="http://schemas.openxmlformats.org/officeDocument/2006/relationships/image" Target="/ppt/media/image2.jpeg" Id="R5bd6632e8f5c4d29" /><Relationship Type="http://schemas.openxmlformats.org/officeDocument/2006/relationships/notesSlide" Target="/ppt/notesSlides/notesSlide2.xml" Id="R0aaaf193a00f4ea7" 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0ce9e657f094ac3"/><Relationship Type="http://schemas.openxmlformats.org/officeDocument/2006/relationships/image" Target="/ppt/media/image3.jpeg" Id="Raf90631749f041de"/><Relationship Type="http://schemas.openxmlformats.org/officeDocument/2006/relationships/notesSlide" Target="/ppt/notesSlides/notesSlide3.xml" Id="R79ec3238ae4d46f9"/><Relationship Id="rIdClick1" Type="http://schemas.openxmlformats.org/officeDocument/2006/relationships/hyperlink" Target="https://www.patreon.com/giums" TargetMode="External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bbc8d28d734447d"/><Relationship Type="http://schemas.openxmlformats.org/officeDocument/2006/relationships/image" Target="/ppt/media/image4.jpeg" Id="R4ae9842c598b4e4e"/><Relationship Type="http://schemas.openxmlformats.org/officeDocument/2006/relationships/notesSlide" Target="/ppt/notesSlides/notesSlide4.xml" Id="R5cf17a3a4d6441f2"/><Relationship Id="rIdClick1" Type="http://schemas.openxmlformats.org/officeDocument/2006/relationships/hyperlink" Target="https://www.instagram.com/giums/" TargetMode="External"/><Relationship Id="rIdClick2" Type="http://schemas.openxmlformats.org/officeDocument/2006/relationships/hyperlink" Target="https://www.patreon.com/giums" TargetMode="External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8f3c53f07664e3e"/><Relationship Type="http://schemas.openxmlformats.org/officeDocument/2006/relationships/image" Target="/ppt/media/image5.jpeg" Id="R5b189558111a48cd"/><Relationship Type="http://schemas.openxmlformats.org/officeDocument/2006/relationships/notesSlide" Target="/ppt/notesSlides/notesSlide5.xml" Id="R6f7056ab88e24cd8"/><Relationship Id="rIdClick1" Type="http://schemas.openxmlformats.org/officeDocument/2006/relationships/hyperlink" Target="https://youtu.be/1wZL_RG2Ma4" TargetMode="External"/><Relationship Id="rIdClick2" Type="http://schemas.openxmlformats.org/officeDocument/2006/relationships/hyperlink" Target="https://www.instagram.com/reels/CQjiu2mBFcf/" TargetMode="External"/><Relationship Id="rIdClick3" Type="http://schemas.openxmlformats.org/officeDocument/2006/relationships/hyperlink" Target="mailto:giumsart@gmail.com" TargetMode="External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732dfa7edaf4029"/><Relationship Type="http://schemas.openxmlformats.org/officeDocument/2006/relationships/image" Target="/ppt/media/image6.jpeg" Id="Rbaeccaa66a5f4dd6"/><Relationship Type="http://schemas.openxmlformats.org/officeDocument/2006/relationships/notesSlide" Target="/ppt/notesSlides/notesSlide6.xml" Id="Rf4474f148ab34a06"/><Relationship Id="rIdClick1" Type="http://schemas.openxmlformats.org/officeDocument/2006/relationships/hyperlink" Target="mailto:giumsart@gmail.com" TargetMode="External"/><Relationship Id="rIdClick2" Type="http://schemas.openxmlformats.org/officeDocument/2006/relationships/hyperlink" Target="https://giums.onrender.com/" TargetMode="External"/><Relationship Id="rIdClick3" Type="http://schemas.openxmlformats.org/officeDocument/2006/relationships/hyperlink" Target="https://www.instagram.com/giums/" TargetMode="External"/><Relationship Id="rIdClick4" Type="http://schemas.openxmlformats.org/officeDocument/2006/relationships/hyperlink" Target="https://bsky.app/profile/giums.bsky.social" TargetMode="External"/><Relationship Id="rIdClick5" Type="http://schemas.openxmlformats.org/officeDocument/2006/relationships/hyperlink" Target="https://www.youtube.com/@GIUMSyt" TargetMode="External"/><Relationship Id="rIdClick6" Type="http://schemas.openxmlformats.org/officeDocument/2006/relationships/hyperlink" Target="https://www.twitch.tv/giums" TargetMode="External"/><Relationship Id="rIdClick7" Type="http://schemas.openxmlformats.org/officeDocument/2006/relationships/hyperlink" Target="https://www.patreon.com/giums" TargetMode="Externa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6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EE571-DCBF-48DA-9AF1-CA4089B582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0990bd805e4500"/>
          <a:stretch xmlns:a="http://schemas.openxmlformats.org/drawingml/2006/main"/>
        </p:blipFill>
        <p:spPr>
          <a:xfrm xmlns:a="http://schemas.openxmlformats.org/drawingml/2006/main">
            <a:off x="0" y="265800"/>
            <a:ext cx="12192000" cy="63264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4920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BC65E-B7FE-483F-8DCC-74F5D5A1E3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6632e8f5c4d29"/>
          <a:stretch xmlns:a="http://schemas.openxmlformats.org/drawingml/2006/main"/>
        </p:blipFill>
        <p:spPr>
          <a:xfrm xmlns:a="http://schemas.openxmlformats.org/drawingml/2006/main">
            <a:off x="2262523" y="0"/>
            <a:ext cx="7666954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0109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6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BCD8F4-B5A7-4F38-A5B4-1C4F7D3CA1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90631749f041de"/>
          <a:stretch xmlns:a="http://schemas.openxmlformats.org/drawingml/2006/main"/>
        </p:blipFill>
        <p:spPr>
          <a:xfrm xmlns:a="http://schemas.openxmlformats.org/drawingml/2006/main">
            <a:off x="0" y="573000"/>
            <a:ext cx="12192000" cy="5712000"/>
          </a:xfrm>
          <a:prstGeom xmlns:a="http://schemas.openxmlformats.org/drawingml/2006/main" prst="rect">
            <a:avLst/>
          </a:prstGeom>
        </p:spPr>
      </p:pic>
      <p:sp>
        <p:nvSpPr>
          <p:cNvPr id="2" name="hotspot-1">
            <a:extLst xmlns:a="http://schemas.openxmlformats.org/drawingml/2006/main">
              <a:ext uri="{FF2B5EF4-FFF2-40B4-BE49-F238E27FC236}">
                <a16:creationId xmlns:a16="http://schemas.microsoft.com/office/drawing/2014/main" id="{ADA98265-D0DB-4AB8-AA6F-B2F77E553C4E}"/>
              </a:ext>
            </a:extLst>
            <ns0:hlinkClick xmlns:ns0="http://schemas.openxmlformats.org/drawingml/2006/main" xmlns:ns1="http://schemas.openxmlformats.org/officeDocument/2006/relationships" ns1:id="rIdClick1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50" y="5902650"/>
            <a:ext cx="1894950" cy="14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939992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0665F-2666-4FB3-9D8F-8D2580E959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e9842c598b4e4e"/>
          <a:stretch xmlns:a="http://schemas.openxmlformats.org/drawingml/2006/main"/>
        </p:blipFill>
        <p:spPr>
          <a:xfrm xmlns:a="http://schemas.openxmlformats.org/drawingml/2006/main">
            <a:off x="2466975" y="0"/>
            <a:ext cx="72580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hotspot-1">
            <a:extLst xmlns:a="http://schemas.openxmlformats.org/drawingml/2006/main">
              <a:ext uri="{FF2B5EF4-FFF2-40B4-BE49-F238E27FC236}">
                <a16:creationId xmlns:a16="http://schemas.microsoft.com/office/drawing/2014/main" id="{978852DA-9347-41C6-BAFA-2BBAC0C2E467}"/>
              </a:ext>
            </a:extLst>
            <ns0:hlinkClick xmlns:ns0="http://schemas.openxmlformats.org/drawingml/2006/main" xmlns:ns1="http://schemas.openxmlformats.org/officeDocument/2006/relationships" ns1:id="rIdClick1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452" y="615970"/>
            <a:ext cx="346383" cy="10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hotspot-2">
            <a:extLst xmlns:a="http://schemas.openxmlformats.org/drawingml/2006/main">
              <a:ext uri="{FF2B5EF4-FFF2-40B4-BE49-F238E27FC236}">
                <a16:creationId xmlns:a16="http://schemas.microsoft.com/office/drawing/2014/main" id="{716F66CF-7535-41B1-B435-6A591D7FB40F}"/>
              </a:ext>
            </a:extLst>
            <ns2:hlinkClick xmlns:ns2="http://schemas.openxmlformats.org/drawingml/2006/main" xmlns:ns3="http://schemas.openxmlformats.org/officeDocument/2006/relationships" ns3:id="rIdClick2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5922" y="615970"/>
            <a:ext cx="810458" cy="10287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1020274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83894C-E1C6-444F-BD9C-1FD7C711CA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189558111a48cd"/>
          <a:stretch xmlns:a="http://schemas.openxmlformats.org/drawingml/2006/main"/>
        </p:blipFill>
        <p:spPr>
          <a:xfrm xmlns:a="http://schemas.openxmlformats.org/drawingml/2006/main">
            <a:off x="3029218" y="0"/>
            <a:ext cx="6133563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hotspot-1">
            <a:extLst xmlns:a="http://schemas.openxmlformats.org/drawingml/2006/main">
              <a:ext uri="{FF2B5EF4-FFF2-40B4-BE49-F238E27FC236}">
                <a16:creationId xmlns:a16="http://schemas.microsoft.com/office/drawing/2014/main" id="{FF7E3C33-70B7-48A4-AAAC-DBED7F58EDFE}"/>
              </a:ext>
            </a:extLst>
            <ns0:hlinkClick xmlns:ns0="http://schemas.openxmlformats.org/drawingml/2006/main" xmlns:ns1="http://schemas.openxmlformats.org/officeDocument/2006/relationships" ns1:id="rIdClick1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833" y="4020246"/>
            <a:ext cx="2271939" cy="113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hotspot-2">
            <a:extLst xmlns:a="http://schemas.openxmlformats.org/drawingml/2006/main">
              <a:ext uri="{FF2B5EF4-FFF2-40B4-BE49-F238E27FC236}">
                <a16:creationId xmlns:a16="http://schemas.microsoft.com/office/drawing/2014/main" id="{D0AFDA18-AA03-4C9B-B198-AE0FE761B78D}"/>
              </a:ext>
            </a:extLst>
            <ns2:hlinkClick xmlns:ns2="http://schemas.openxmlformats.org/drawingml/2006/main" xmlns:ns3="http://schemas.openxmlformats.org/officeDocument/2006/relationships" ns3:id="rIdClick2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1833" y="4134043"/>
            <a:ext cx="2271939" cy="11379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hotspot-3">
            <a:extLst xmlns:a="http://schemas.openxmlformats.org/drawingml/2006/main">
              <a:ext uri="{FF2B5EF4-FFF2-40B4-BE49-F238E27FC236}">
                <a16:creationId xmlns:a16="http://schemas.microsoft.com/office/drawing/2014/main" id="{42A2B996-C607-4001-8B3B-7916539689CF}"/>
              </a:ext>
            </a:extLst>
            <ns4:hlinkClick xmlns:ns4="http://schemas.openxmlformats.org/drawingml/2006/main" xmlns:ns5="http://schemas.openxmlformats.org/officeDocument/2006/relationships" ns5:id="rIdClick3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572" y="5165988"/>
            <a:ext cx="971575" cy="111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7373672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6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276371-7660-424C-983D-E53321875D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eccaa66a5f4dd6"/>
          <a:stretch xmlns:a="http://schemas.openxmlformats.org/drawingml/2006/main"/>
        </p:blipFill>
        <p:spPr>
          <a:xfrm xmlns:a="http://schemas.openxmlformats.org/drawingml/2006/main">
            <a:off x="0" y="1633800"/>
            <a:ext cx="12192000" cy="3590400"/>
          </a:xfrm>
          <a:prstGeom xmlns:a="http://schemas.openxmlformats.org/drawingml/2006/main" prst="rect">
            <a:avLst/>
          </a:prstGeom>
        </p:spPr>
      </p:pic>
      <p:sp>
        <p:nvSpPr>
          <p:cNvPr id="2" name="hotspot-1">
            <a:extLst xmlns:a="http://schemas.openxmlformats.org/drawingml/2006/main">
              <a:ext uri="{FF2B5EF4-FFF2-40B4-BE49-F238E27FC236}">
                <a16:creationId xmlns:a16="http://schemas.microsoft.com/office/drawing/2014/main" id="{EC909C11-509B-4763-B44B-B30693D8FF9A}"/>
              </a:ext>
            </a:extLst>
            <ns0:hlinkClick xmlns:ns0="http://schemas.openxmlformats.org/drawingml/2006/main" xmlns:ns1="http://schemas.openxmlformats.org/officeDocument/2006/relationships" ns1:id="rIdClick1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359350"/>
            <a:ext cx="1427550" cy="1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3" name="hotspot-2">
            <a:extLst xmlns:a="http://schemas.openxmlformats.org/drawingml/2006/main">
              <a:ext uri="{FF2B5EF4-FFF2-40B4-BE49-F238E27FC236}">
                <a16:creationId xmlns:a16="http://schemas.microsoft.com/office/drawing/2014/main" id="{C18D917F-39FF-40C5-806A-7F4BE02F1E22}"/>
              </a:ext>
            </a:extLst>
            <ns2:hlinkClick xmlns:ns2="http://schemas.openxmlformats.org/drawingml/2006/main" xmlns:ns3="http://schemas.openxmlformats.org/officeDocument/2006/relationships" ns3:id="rIdClick2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750" y="2359350"/>
            <a:ext cx="1365150" cy="1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4" name="hotspot-3">
            <a:extLst xmlns:a="http://schemas.openxmlformats.org/drawingml/2006/main">
              <a:ext uri="{FF2B5EF4-FFF2-40B4-BE49-F238E27FC236}">
                <a16:creationId xmlns:a16="http://schemas.microsoft.com/office/drawing/2014/main" id="{293AE454-C82E-4DE6-AE17-5C2AB0C04CBC}"/>
              </a:ext>
            </a:extLst>
            <ns4:hlinkClick xmlns:ns4="http://schemas.openxmlformats.org/drawingml/2006/main" xmlns:ns5="http://schemas.openxmlformats.org/officeDocument/2006/relationships" ns5:id="rIdClick3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450" y="2731350"/>
            <a:ext cx="549450" cy="1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5" name="hotspot-4">
            <a:extLst xmlns:a="http://schemas.openxmlformats.org/drawingml/2006/main">
              <a:ext uri="{FF2B5EF4-FFF2-40B4-BE49-F238E27FC236}">
                <a16:creationId xmlns:a16="http://schemas.microsoft.com/office/drawing/2014/main" id="{F5FD183A-EB92-4F13-B557-8CACA3BF0DF8}"/>
              </a:ext>
            </a:extLst>
            <ns6:hlinkClick xmlns:ns6="http://schemas.openxmlformats.org/drawingml/2006/main" xmlns:ns7="http://schemas.openxmlformats.org/officeDocument/2006/relationships" ns7:id="rIdClick4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300" y="2731350"/>
            <a:ext cx="1263600" cy="1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6" name="hotspot-5">
            <a:extLst xmlns:a="http://schemas.openxmlformats.org/drawingml/2006/main">
              <a:ext uri="{FF2B5EF4-FFF2-40B4-BE49-F238E27FC236}">
                <a16:creationId xmlns:a16="http://schemas.microsoft.com/office/drawing/2014/main" id="{7FFBEFDC-0617-4F53-88FF-3A8EE73467B6}"/>
              </a:ext>
            </a:extLst>
            <ns8:hlinkClick xmlns:ns8="http://schemas.openxmlformats.org/drawingml/2006/main" xmlns:ns9="http://schemas.openxmlformats.org/officeDocument/2006/relationships" ns9:id="rIdClick5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7600" y="3103350"/>
            <a:ext cx="708300" cy="1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7" name="hotspot-6">
            <a:extLst xmlns:a="http://schemas.openxmlformats.org/drawingml/2006/main">
              <a:ext uri="{FF2B5EF4-FFF2-40B4-BE49-F238E27FC236}">
                <a16:creationId xmlns:a16="http://schemas.microsoft.com/office/drawing/2014/main" id="{83634A9E-20CF-44AB-9E4C-6F0E30717A07}"/>
              </a:ext>
            </a:extLst>
            <ns10:hlinkClick xmlns:ns10="http://schemas.openxmlformats.org/drawingml/2006/main" xmlns:ns11="http://schemas.openxmlformats.org/officeDocument/2006/relationships" ns11:id="rIdClick6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250" y="3103350"/>
            <a:ext cx="1006650" cy="1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  <p:sp>
        <p:nvSpPr>
          <p:cNvPr id="8" name="hotspot-7">
            <a:extLst xmlns:a="http://schemas.openxmlformats.org/drawingml/2006/main">
              <a:ext uri="{FF2B5EF4-FFF2-40B4-BE49-F238E27FC236}">
                <a16:creationId xmlns:a16="http://schemas.microsoft.com/office/drawing/2014/main" id="{027E608C-C233-4949-B191-80DE2E1D6DA9}"/>
              </a:ext>
            </a:extLst>
            <ns12:hlinkClick xmlns:ns12="http://schemas.openxmlformats.org/drawingml/2006/main" xmlns:ns13="http://schemas.openxmlformats.org/officeDocument/2006/relationships" ns13:id="rIdClick7"/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100" y="3475350"/>
            <a:ext cx="1285800" cy="15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200216481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2026-10-16T23:54:19.5500000Z</dcterms:created>
  <dcterms:modified xsi:type="dcterms:W3CDTF">2026-10-16T23:54:19.5510000Z</dcterms:modified>
</coreProperties>
</file>