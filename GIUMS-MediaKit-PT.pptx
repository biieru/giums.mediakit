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theme" Target="theme/theme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rPr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Original IGNAVRAK dragon artwork from the GIUMS media kit: https://github.com/Biieru/GIUMS.Mediakit/assets/hero.webp.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Content and original artwork: https://github.com/Biieru/GIUMS.Mediakit. Audience figures supplied in the media kit, October 2026.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Content and original artwork: https://github.com/Biieru/GIUMS.Mediakit. Audience figures supplied in the media kit, October 2026.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Content and original artwork: https://github.com/Biieru/GIUMS.Mediakit. Audience figures supplied in the media kit, October 2026.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Content and original artwork: https://github.com/Biieru/GIUMS.Mediakit. Audience figures supplied in the media kit, October 2026.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Content and original artwork: https://github.com/Biieru/GIUMS.Mediakit. Audience figures supplied in the media kit, October 2026.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www.instagram.com/giums/" TargetMode="External"/><Relationship Id="rId6" Type="http://schemas.openxmlformats.org/officeDocument/2006/relationships/hyperlink" Target="https://www.youtube.com/@GIUMSyt" TargetMode="External"/><Relationship Id="rId7" Type="http://schemas.openxmlformats.org/officeDocument/2006/relationships/hyperlink" Target="https://www.patreon.com/cw/giums" TargetMode="Externa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hyperlink" Target="https://www.patreon.com/cw/giums" TargetMode="Externa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hyperlink" Target="https://www.youtube.com/watch?v=1wZL_RG2Ma4" TargetMode="External"/><Relationship Id="rId6" Type="http://schemas.openxmlformats.org/officeDocument/2006/relationships/hyperlink" Target="https://www.instagram.com/reels/CQjiu2mBFcf/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hyperlink" Target="mailto:giumsart@gmail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6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1" descr="01CAPA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-8518"/>
            <a:ext cx="12195330" cy="68665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1" descr="02QUEM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20365" y="0"/>
            <a:ext cx="10351270" cy="6883294"/>
          </a:xfrm>
          <a:prstGeom prst="rect">
            <a:avLst/>
          </a:prstGeom>
        </p:spPr>
      </p:pic>
      <p:pic>
        <p:nvPicPr>
          <p:cNvPr id="82" name="Picture 2" descr="Captura de tela 2026-10-16 214636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114800" y="4409469"/>
            <a:ext cx="3429761" cy="233621"/>
          </a:xfrm>
          <a:prstGeom prst="rect">
            <a:avLst/>
          </a:prstGeom>
        </p:spPr>
      </p:pic>
      <p:sp>
        <p:nvSpPr>
          <p:cNvPr id="83" name="TextBox 3"/>
          <p:cNvSpPr txBox="1"/>
          <p:nvPr/>
        </p:nvSpPr>
        <p:spPr>
          <a:xfrm>
            <a:off x="4114800" y="4277331"/>
            <a:ext cx="1250611" cy="335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600" b="1" u="sng" baseline="0">
                <a:solidFill>
                  <a:srgbClr val="C00000"/>
                </a:solidFill>
                <a:hlinkClick r:id="rId5"/>
              </a:rPr>
              <a:t>Instagram</a:t>
            </a:r>
            <a:endParaRPr sz="1600" b="1" u="sng" baseline="0">
              <a:solidFill>
                <a:srgbClr val="C00000"/>
              </a:solidFill>
              <a:hlinkClick r:id="rId5"/>
            </a:endParaRPr>
          </a:p>
        </p:txBody>
      </p:sp>
      <p:sp>
        <p:nvSpPr>
          <p:cNvPr id="84" name="TextBox 3">
            <a:hlinkClick r:id="rId6"/>
          </p:cNvPr>
          <p:cNvSpPr txBox="1"/>
          <p:nvPr/>
        </p:nvSpPr>
        <p:spPr>
          <a:xfrm>
            <a:off x="5334000" y="4277331"/>
            <a:ext cx="1250611" cy="335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600" b="1" u="sng" baseline="0">
                <a:solidFill>
                  <a:srgbClr val="C00000"/>
                </a:solidFill>
                <a:hlinkClick r:id="rId6"/>
              </a:rPr>
              <a:t>Youtube</a:t>
            </a:r>
            <a:endParaRPr sz="1600" b="1" u="sng" baseline="0">
              <a:solidFill>
                <a:srgbClr val="C00000"/>
              </a:solidFill>
              <a:hlinkClick r:id="rId6"/>
            </a:endParaRPr>
          </a:p>
        </p:txBody>
      </p:sp>
      <p:sp>
        <p:nvSpPr>
          <p:cNvPr id="85" name="TextBox 3">
            <a:hlinkClick r:id="rId7"/>
          </p:cNvPr>
          <p:cNvSpPr txBox="1"/>
          <p:nvPr/>
        </p:nvSpPr>
        <p:spPr>
          <a:xfrm>
            <a:off x="6400800" y="4277331"/>
            <a:ext cx="1250611" cy="335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1600" b="1" u="sng" baseline="0">
                <a:solidFill>
                  <a:srgbClr val="C00000"/>
                </a:solidFill>
                <a:hlinkClick r:id="rId7"/>
              </a:rPr>
              <a:t>Patreon</a:t>
            </a:r>
            <a:endParaRPr sz="1600" b="1" u="sng" baseline="0">
              <a:solidFill>
                <a:srgbClr val="C00000"/>
              </a:solidFill>
              <a:hlinkClick r:id="rId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6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Picture 1" descr="03YATHRA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-76200" y="0"/>
            <a:ext cx="12268200" cy="6864344"/>
          </a:xfrm>
          <a:prstGeom prst="rect">
            <a:avLst/>
          </a:prstGeom>
        </p:spPr>
      </p:pic>
      <p:pic>
        <p:nvPicPr>
          <p:cNvPr id="89" name="Picture 2" descr="Captura de tela 2026-10-16 215004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09600" y="6096000"/>
            <a:ext cx="1956594" cy="205678"/>
          </a:xfrm>
          <a:prstGeom prst="rect">
            <a:avLst/>
          </a:prstGeom>
        </p:spPr>
      </p:pic>
      <p:sp>
        <p:nvSpPr>
          <p:cNvPr id="90" name="TextBox 3"/>
          <p:cNvSpPr txBox="1"/>
          <p:nvPr/>
        </p:nvSpPr>
        <p:spPr>
          <a:xfrm>
            <a:off x="4724400" y="3200400"/>
            <a:ext cx="2743200" cy="365760"/>
          </a:xfrm>
          <a:prstGeom prst="rect">
            <a:avLst/>
          </a:prstGeom>
        </p:spPr>
        <p:txBody>
          <a:bodyPr wrap="square">
            <a:spAutoFit/>
          </a:bodyPr>
          <a:lstStyle/>
          <a:p/>
        </p:txBody>
      </p:sp>
      <p:sp>
        <p:nvSpPr>
          <p:cNvPr id="91" name="TextBox 4">
            <a:hlinkClick r:id="rId5"/>
          </p:cNvPr>
          <p:cNvSpPr txBox="1"/>
          <p:nvPr/>
        </p:nvSpPr>
        <p:spPr>
          <a:xfrm>
            <a:off x="609600" y="6015959"/>
            <a:ext cx="2222180" cy="3657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sz="1800" b="0" u="sng">
                <a:solidFill>
                  <a:srgbClr val="C00000"/>
                </a:solidFill>
                <a:hlinkClick r:id="rId5"/>
              </a:rPr>
              <a:t>patreon.com/giums</a:t>
            </a:r>
            <a:endParaRPr sz="1800" b="0" u="sng">
              <a:solidFill>
                <a:srgbClr val="C00000"/>
              </a:solidFill>
              <a:hlinkClick r:id="rId5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Picture 1" descr="04PUBLIC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381518" y="0"/>
            <a:ext cx="9428964" cy="68645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2" descr="05MARCAS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074184" y="0"/>
            <a:ext cx="10043632" cy="6865821"/>
          </a:xfrm>
          <a:prstGeom prst="rect">
            <a:avLst/>
          </a:prstGeom>
        </p:spPr>
      </p:pic>
      <p:pic>
        <p:nvPicPr>
          <p:cNvPr id="92" name="Picture 24" descr="Captura de tela 2026-10-16 214636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467600" y="6096000"/>
            <a:ext cx="2503922" cy="190567"/>
          </a:xfrm>
          <a:prstGeom prst="rect">
            <a:avLst/>
          </a:prstGeom>
        </p:spPr>
      </p:pic>
      <p:pic>
        <p:nvPicPr>
          <p:cNvPr id="98" name="Picture 3" descr="Captura de tela 2026-10-16 214636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543800" y="6286567"/>
            <a:ext cx="2783081" cy="223838"/>
          </a:xfrm>
          <a:prstGeom prst="rect">
            <a:avLst/>
          </a:prstGeom>
        </p:spPr>
      </p:pic>
      <p:sp>
        <p:nvSpPr>
          <p:cNvPr id="99" name="TextBox 4">
            <a:hlinkClick r:id="rId5"/>
          </p:cNvPr>
          <p:cNvSpPr txBox="1"/>
          <p:nvPr/>
        </p:nvSpPr>
        <p:spPr>
          <a:xfrm>
            <a:off x="7391400" y="6096000"/>
            <a:ext cx="1989599" cy="2133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800">
                <a:solidFill>
                  <a:schemeClr val="tx1"/>
                </a:solidFill>
                <a:hlinkClick r:id="rId5"/>
              </a:rPr>
              <a:t>Youtube.com/watch?v=1wZL_RG2Ma4</a:t>
            </a:r>
            <a:endParaRPr sz="800">
              <a:solidFill>
                <a:schemeClr val="tx1"/>
              </a:solidFill>
              <a:hlinkClick r:id="rId5"/>
            </a:endParaRPr>
          </a:p>
        </p:txBody>
      </p:sp>
      <p:sp>
        <p:nvSpPr>
          <p:cNvPr id="100" name="TextBox 4"/>
          <p:cNvSpPr txBox="1"/>
          <p:nvPr/>
        </p:nvSpPr>
        <p:spPr>
          <a:xfrm>
            <a:off x="7543800" y="6286567"/>
            <a:ext cx="1879147" cy="2133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800">
                <a:solidFill>
                  <a:schemeClr val="tx1"/>
                </a:solidFill>
                <a:hlinkClick r:id="rId6"/>
              </a:rPr>
              <a:t>Instagram.com/reels/CQjiu2mBFcf/8</a:t>
            </a:r>
            <a:endParaRPr sz="800">
              <a:solidFill>
                <a:schemeClr val="tx1"/>
              </a:solidFill>
              <a:hlinkClick r:id="rId6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Picture 1" descr="06TRABALH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043226"/>
            <a:ext cx="12172705" cy="4771549"/>
          </a:xfrm>
          <a:prstGeom prst="rect">
            <a:avLst/>
          </a:prstGeom>
        </p:spPr>
      </p:pic>
      <p:pic>
        <p:nvPicPr>
          <p:cNvPr id="105" name="Picture 2" descr="Captura de tela 2026-10-16 214636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8077200" y="2590800"/>
            <a:ext cx="3676650" cy="447675"/>
          </a:xfrm>
          <a:prstGeom prst="rect">
            <a:avLst/>
          </a:prstGeom>
        </p:spPr>
      </p:pic>
      <p:sp>
        <p:nvSpPr>
          <p:cNvPr id="106" name="TextBox 3"/>
          <p:cNvSpPr txBox="1"/>
          <p:nvPr/>
        </p:nvSpPr>
        <p:spPr>
          <a:xfrm>
            <a:off x="8077200" y="2672715"/>
            <a:ext cx="27432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C00000"/>
                </a:solidFill>
                <a:hlinkClick r:id="rId5"/>
              </a:rPr>
              <a:t>giumsart@gmail.com</a:t>
            </a:r>
            <a:endParaRPr sz="2000" b="1">
              <a:solidFill>
                <a:srgbClr val="C00000"/>
              </a:solidFill>
              <a:hlinkClick r:id="rId5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hatGPT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b" rotWithShape="1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 algn="b" rotWithShape="1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 algn="b" rotWithShape="1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 algn="b" rotWithShape="1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 algn="b" rotWithShape="1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 algn="b" rotWithShape="1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 algn="b" rotWithShape="1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hatGPT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b" rotWithShape="1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 algn="b" rotWithShape="1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 algn="b" rotWithShape="1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 algn="b" rotWithShape="1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 algn="b" rotWithShape="1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 algn="b" rotWithShape="1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 algn="b" rotWithShape="1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6</Slides>
  <Notes>6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2026-10-17T00:28:17.3550000Z</dcterms:created>
  <dcterms:modified xsi:type="dcterms:W3CDTF">2026-10-17T00:28:17.3550000Z</dcterms:modified>
</cp:coreProperties>
</file>