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0a4bdbde934e8f" /><Relationship Type="http://schemas.openxmlformats.org/officeDocument/2006/relationships/extended-properties" Target="/docProps/app.xml" Id="Rbcc0560115a14228" /><Relationship Type="http://schemas.openxmlformats.org/officeDocument/2006/relationships/officeDocument" Target="/ppt/presentation.xml" Id="Rf167f1b943154b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22d38c5893489e"/>
  </p:sldMasterIdLst>
  <p:notesMasterIdLst>
    <p:notesMasterId xmlns:r="http://schemas.openxmlformats.org/officeDocument/2006/relationships" r:id="R251a87bfd9304985"/>
  </p:notesMasterIdLst>
  <p:sldIdLst>
    <p:sldId xmlns:r="http://schemas.openxmlformats.org/officeDocument/2006/relationships" id="256" r:id="R475452e8aa1b461c"/>
    <p:sldId xmlns:r="http://schemas.openxmlformats.org/officeDocument/2006/relationships" id="257" r:id="Rf29be22a718e4e4a"/>
    <p:sldId xmlns:r="http://schemas.openxmlformats.org/officeDocument/2006/relationships" id="258" r:id="R55d43d9e7607432b"/>
    <p:sldId xmlns:r="http://schemas.openxmlformats.org/officeDocument/2006/relationships" id="259" r:id="R5261b0ba153d4fd6"/>
    <p:sldId xmlns:r="http://schemas.openxmlformats.org/officeDocument/2006/relationships" id="260" r:id="R74e80209ff6b4d91"/>
    <p:sldId xmlns:r="http://schemas.openxmlformats.org/officeDocument/2006/relationships" id="261" r:id="Rfaca3c1b4d964f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43dce1600d47a7" /><Relationship Type="http://schemas.openxmlformats.org/officeDocument/2006/relationships/slideMaster" Target="/ppt/slideMasters/slideMaster1.xml" Id="Rbc22d38c5893489e" /><Relationship Type="http://schemas.openxmlformats.org/officeDocument/2006/relationships/notesMaster" Target="/ppt/notesMasters/notesMaster1.xml" Id="R251a87bfd9304985" /><Relationship Type="http://schemas.openxmlformats.org/officeDocument/2006/relationships/presProps" Target="/ppt/presProps.xml" Id="R213f269242c446b0" /><Relationship Type="http://schemas.openxmlformats.org/officeDocument/2006/relationships/tableStyles" Target="/ppt/tableStyles.xml" Id="R25197832e1504940" /><Relationship Type="http://schemas.openxmlformats.org/officeDocument/2006/relationships/slide" Target="/ppt/slides/slide1.xml" Id="R475452e8aa1b461c" /><Relationship Type="http://schemas.openxmlformats.org/officeDocument/2006/relationships/slide" Target="/ppt/slides/slide2.xml" Id="Rf29be22a718e4e4a" /><Relationship Type="http://schemas.openxmlformats.org/officeDocument/2006/relationships/slide" Target="/ppt/slides/slide3.xml" Id="R55d43d9e7607432b" /><Relationship Type="http://schemas.openxmlformats.org/officeDocument/2006/relationships/slide" Target="/ppt/slides/slide4.xml" Id="R5261b0ba153d4fd6" /><Relationship Type="http://schemas.openxmlformats.org/officeDocument/2006/relationships/slide" Target="/ppt/slides/slide5.xml" Id="R74e80209ff6b4d91" /><Relationship Type="http://schemas.openxmlformats.org/officeDocument/2006/relationships/slide" Target="/ppt/slides/slide6.xml" Id="Rfaca3c1b4d964f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eaab7e52eb4c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c48cf01f6a4e60" /><Relationship Type="http://schemas.openxmlformats.org/officeDocument/2006/relationships/notesMaster" Target="/ppt/notesMasters/notesMaster1.xml" Id="R8e2e05dcab5849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fd7da2a6eb4018" /><Relationship Type="http://schemas.openxmlformats.org/officeDocument/2006/relationships/notesMaster" Target="/ppt/notesMasters/notesMaster1.xml" Id="Re6929f44b28a40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ddbfd8d7204435" /><Relationship Type="http://schemas.openxmlformats.org/officeDocument/2006/relationships/notesMaster" Target="/ppt/notesMasters/notesMaster1.xml" Id="R536d0826110c4b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8971fef8024542" /><Relationship Type="http://schemas.openxmlformats.org/officeDocument/2006/relationships/notesMaster" Target="/ppt/notesMasters/notesMaster1.xml" Id="R6c5c462a8f7b48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8d99a3ee45420e" /><Relationship Type="http://schemas.openxmlformats.org/officeDocument/2006/relationships/notesMaster" Target="/ppt/notesMasters/notesMaster1.xml" Id="Rc3a5fcea7b3f44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9a69cb3bb9443c" /><Relationship Type="http://schemas.openxmlformats.org/officeDocument/2006/relationships/notesMaster" Target="/ppt/notesMasters/notesMaster1.xml" Id="R62795207848d4d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6e25c2b9c04e9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db2edeacd4fc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9390289b8b45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c720a4946d46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0f67f1aca4f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395c9a163146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C10AB0-09FD-4643-87EE-AE123989BC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8E92B8B-6EA1-44D3-B07C-B422CCF959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84C2A9E-EDB6-4F13-ACD5-C6E2083699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BC4B47-87BE-47D9-924C-0BCEBE6585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3AC674-1FC5-44FE-8239-1E4E3AF122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95A20BF-9DFA-400B-9CA3-0A5B9A5946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4E654FB-932D-4859-914A-8628ADD1FD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5B48B-8741-4045-A933-0CC6FB4636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85B8A2-CDE2-4A89-864C-36F87032FE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3B8F88-286F-4341-BD1F-6969467CDA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24cbf7ae6241c6" /><Relationship Type="http://schemas.openxmlformats.org/officeDocument/2006/relationships/slideLayout" Target="/ppt/slideLayouts/slideLayout1.xml" Id="Rb243d33f161e4371" /><Relationship Type="http://schemas.openxmlformats.org/officeDocument/2006/relationships/slideLayout" Target="/ppt/slideLayouts/slideLayout2.xml" Id="Rdebcf112753748bf" /><Relationship Type="http://schemas.openxmlformats.org/officeDocument/2006/relationships/slideLayout" Target="/ppt/slideLayouts/slideLayout3.xml" Id="R0cbd4d8aa87b4e52" /><Relationship Type="http://schemas.openxmlformats.org/officeDocument/2006/relationships/slideLayout" Target="/ppt/slideLayouts/slideLayout4.xml" Id="R72a369b64e0247a5" /><Relationship Type="http://schemas.openxmlformats.org/officeDocument/2006/relationships/slideLayout" Target="/ppt/slideLayouts/slideLayout5.xml" Id="R4ab1af3bda8047fc" /><Relationship Type="http://schemas.openxmlformats.org/officeDocument/2006/relationships/slideLayout" Target="/ppt/slideLayouts/slideLayout6.xml" Id="R5b137c97995a4b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43d33f161e4371"/>
    <p:sldLayoutId xmlns:r="http://schemas.openxmlformats.org/officeDocument/2006/relationships" id="2147483650" r:id="Rdebcf112753748bf"/>
    <p:sldLayoutId xmlns:r="http://schemas.openxmlformats.org/officeDocument/2006/relationships" id="2147483651" r:id="R0cbd4d8aa87b4e52"/>
    <p:sldLayoutId xmlns:r="http://schemas.openxmlformats.org/officeDocument/2006/relationships" id="2147483652" r:id="R72a369b64e0247a5"/>
    <p:sldLayoutId xmlns:r="http://schemas.openxmlformats.org/officeDocument/2006/relationships" id="2147483653" r:id="R4ab1af3bda8047fc"/>
    <p:sldLayoutId xmlns:r="http://schemas.openxmlformats.org/officeDocument/2006/relationships" id="2147483654" r:id="R5b137c97995a4b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16f32c5daf4e31" /><Relationship Type="http://schemas.openxmlformats.org/officeDocument/2006/relationships/image" Target="/ppt/media/image.jpeg" Id="R0674f279f0114d2f" /><Relationship Type="http://schemas.openxmlformats.org/officeDocument/2006/relationships/notesSlide" Target="/ppt/notesSlides/notesSlide1.xml" Id="R14416bc0a00d42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327bd629f44e53" /><Relationship Type="http://schemas.openxmlformats.org/officeDocument/2006/relationships/image" Target="/ppt/media/image2.jpeg" Id="R8b3b640ca9aa42c5" /><Relationship Type="http://schemas.openxmlformats.org/officeDocument/2006/relationships/notesSlide" Target="/ppt/notesSlides/notesSlide2.xml" Id="R6ced1a3b31ec445b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e74cb5fe77e48cf"/><Relationship Type="http://schemas.openxmlformats.org/officeDocument/2006/relationships/image" Target="/ppt/media/image3.jpeg" Id="R58113c52ae994c77"/><Relationship Type="http://schemas.openxmlformats.org/officeDocument/2006/relationships/notesSlide" Target="/ppt/notesSlides/notesSlide3.xml" Id="R099a8701ee204ffe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e0f76788adc470f"/><Relationship Type="http://schemas.openxmlformats.org/officeDocument/2006/relationships/image" Target="/ppt/media/image4.jpeg" Id="R35b8bb66b1354d4a"/><Relationship Type="http://schemas.openxmlformats.org/officeDocument/2006/relationships/notesSlide" Target="/ppt/notesSlides/notesSlide4.xml" Id="Rc3389b2c2f1a41f4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2712c56c65f453f"/><Relationship Type="http://schemas.openxmlformats.org/officeDocument/2006/relationships/image" Target="/ppt/media/image5.jpeg" Id="R64e9553f851c4cc1"/><Relationship Type="http://schemas.openxmlformats.org/officeDocument/2006/relationships/notesSlide" Target="/ppt/notesSlides/notesSlide5.xml" Id="R2c4f331c9d9c480c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0bd98d45e5749af"/><Relationship Type="http://schemas.openxmlformats.org/officeDocument/2006/relationships/image" Target="/ppt/media/image6.jpeg" Id="R7ef00000a8d84449"/><Relationship Type="http://schemas.openxmlformats.org/officeDocument/2006/relationships/notesSlide" Target="/ppt/notesSlides/notesSlide6.xml" Id="Rcca2ad6222b04be8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1825A-842B-489D-A6B4-8799E0200B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4f279f0114d2f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606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249ABA-A336-4A83-AC8F-336F3AB73D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3b640ca9aa42c5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1235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2CAE0-2BC2-4B0B-A91E-FBE2D383B8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13c52ae994c77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D8B4AFC4-6587-47B4-8308-B1F662E870D7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137203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3652F-514E-47FD-854C-2FD8BD2B0D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8bb66b1354d4a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9E2467C0-F4F0-4435-9792-742734927BA0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C6005E3D-AEF7-4D12-916D-403E600BC676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5704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440F6-9D57-4745-A2DE-729ECE6315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9553f851c4cc1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F027141C-A0B0-4B5A-A279-F13C511F7AB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20246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E8EC7C5C-AE5C-4F14-A9C7-EAD0A5228B13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134043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8F6BD92D-CD8B-46F0-85B3-5F4597233ED1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165988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655174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DF796-5302-4418-A788-48494B93F5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00000a8d84449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D62A6D83-3999-443E-837B-4E7BD05B9E91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E954C3DF-EB70-46F0-880B-E004C551E92D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46605022-DF78-403B-AD1D-041D3D381197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6E2AEDB3-0B8D-42DD-BB80-2CE458478DDB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567864A6-B989-40B9-AB1D-4CDED1644603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CCFA0BBC-A6E0-4064-8201-2044459F42DD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DD892DD6-7FA7-4924-8A71-36D6B27A2DB8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20101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2026-10-16T23:51:29.3160000Z</dcterms:created>
  <dcterms:modified xsi:type="dcterms:W3CDTF">2026-10-16T23:51:29.3160000Z</dcterms:modified>
</coreProperties>
</file>