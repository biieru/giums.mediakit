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b92deda12b4848" /><Relationship Type="http://schemas.openxmlformats.org/officeDocument/2006/relationships/extended-properties" Target="/docProps/app.xml" Id="R38e6af3adc8341df" /><Relationship Type="http://schemas.openxmlformats.org/officeDocument/2006/relationships/officeDocument" Target="/ppt/presentation.xml" Id="Rab0a823a826e47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687375419e480b"/>
  </p:sldMasterIdLst>
  <p:notesMasterIdLst>
    <p:notesMasterId xmlns:r="http://schemas.openxmlformats.org/officeDocument/2006/relationships" r:id="R5ca3ec40ae22437a"/>
  </p:notesMasterIdLst>
  <p:sldIdLst>
    <p:sldId xmlns:r="http://schemas.openxmlformats.org/officeDocument/2006/relationships" id="256" r:id="R4442942e68a04ab0"/>
    <p:sldId xmlns:r="http://schemas.openxmlformats.org/officeDocument/2006/relationships" id="257" r:id="R2fcbc6eaf0174120"/>
    <p:sldId xmlns:r="http://schemas.openxmlformats.org/officeDocument/2006/relationships" id="258" r:id="Rb9f20dfd26f9496c"/>
    <p:sldId xmlns:r="http://schemas.openxmlformats.org/officeDocument/2006/relationships" id="259" r:id="R70bb3e41e6a845eb"/>
    <p:sldId xmlns:r="http://schemas.openxmlformats.org/officeDocument/2006/relationships" id="260" r:id="R7f787a6d4dc14e08"/>
    <p:sldId xmlns:r="http://schemas.openxmlformats.org/officeDocument/2006/relationships" id="261" r:id="R70a7262fe9384df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5ded74ccce84c08" /><Relationship Type="http://schemas.openxmlformats.org/officeDocument/2006/relationships/slideMaster" Target="/ppt/slideMasters/slideMaster1.xml" Id="Rb8687375419e480b" /><Relationship Type="http://schemas.openxmlformats.org/officeDocument/2006/relationships/notesMaster" Target="/ppt/notesMasters/notesMaster1.xml" Id="R5ca3ec40ae22437a" /><Relationship Type="http://schemas.openxmlformats.org/officeDocument/2006/relationships/presProps" Target="/ppt/presProps.xml" Id="Re748f21656ac499d" /><Relationship Type="http://schemas.openxmlformats.org/officeDocument/2006/relationships/tableStyles" Target="/ppt/tableStyles.xml" Id="R768a1ca40e884563" /><Relationship Type="http://schemas.openxmlformats.org/officeDocument/2006/relationships/slide" Target="/ppt/slides/slide1.xml" Id="R4442942e68a04ab0" /><Relationship Type="http://schemas.openxmlformats.org/officeDocument/2006/relationships/slide" Target="/ppt/slides/slide2.xml" Id="R2fcbc6eaf0174120" /><Relationship Type="http://schemas.openxmlformats.org/officeDocument/2006/relationships/slide" Target="/ppt/slides/slide3.xml" Id="Rb9f20dfd26f9496c" /><Relationship Type="http://schemas.openxmlformats.org/officeDocument/2006/relationships/slide" Target="/ppt/slides/slide4.xml" Id="R70bb3e41e6a845eb" /><Relationship Type="http://schemas.openxmlformats.org/officeDocument/2006/relationships/slide" Target="/ppt/slides/slide5.xml" Id="R7f787a6d4dc14e08" /><Relationship Type="http://schemas.openxmlformats.org/officeDocument/2006/relationships/slide" Target="/ppt/slides/slide6.xml" Id="R70a7262fe9384df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f90df657daf4c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b50fa8234d42b4" /><Relationship Type="http://schemas.openxmlformats.org/officeDocument/2006/relationships/notesMaster" Target="/ppt/notesMasters/notesMaster1.xml" Id="R8396a26ff44d46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4da019ed624d99" /><Relationship Type="http://schemas.openxmlformats.org/officeDocument/2006/relationships/notesMaster" Target="/ppt/notesMasters/notesMaster1.xml" Id="R3a1e8ecee7b342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5b252fabcb4ba2" /><Relationship Type="http://schemas.openxmlformats.org/officeDocument/2006/relationships/notesMaster" Target="/ppt/notesMasters/notesMaster1.xml" Id="R13cbac53497549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ca8ecebba54b95" /><Relationship Type="http://schemas.openxmlformats.org/officeDocument/2006/relationships/notesMaster" Target="/ppt/notesMasters/notesMaster1.xml" Id="Rdd278d4340d2438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01ec3d31bd04860" /><Relationship Type="http://schemas.openxmlformats.org/officeDocument/2006/relationships/notesMaster" Target="/ppt/notesMasters/notesMaster1.xml" Id="Rdc7a8fbf27e14e6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eba0f5bf72455e" /><Relationship Type="http://schemas.openxmlformats.org/officeDocument/2006/relationships/notesMaster" Target="/ppt/notesMasters/notesMaster1.xml" Id="R692dfe0fc0de4d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Artist and original art.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YATHRA.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Audience and reach.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Brand partnerships.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Contact and usage rights.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8f529e9d7d4c9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dce99e55a74da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ce788a1c0e49b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731804315c4bc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d86b9a3a7d4d0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ff829e1d5b4fe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34159B5-45D4-4368-A181-DD9D1E48CC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5624BF4-70AE-4655-82AB-139943EA861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0E0FF07-A198-4AFB-B6C2-89C01BA4B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04C22A3-9E87-4A64-977F-5EB75D4B02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E4296BE-8C36-47A2-B4AF-BDE29C8FF6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DAD9003-144C-4FB4-A36F-7F4032485C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139F898-7715-4851-8513-0AEC96B1FB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1B4DF7C-11F3-4510-91F3-EA217DCC4DA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532AC1-C99F-42D9-A6CB-03E699D209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ED607A7-4ED2-4091-B2BA-37A1C8C227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3c0525930446a0" /><Relationship Type="http://schemas.openxmlformats.org/officeDocument/2006/relationships/slideLayout" Target="/ppt/slideLayouts/slideLayout1.xml" Id="R64175f3b41214590" /><Relationship Type="http://schemas.openxmlformats.org/officeDocument/2006/relationships/slideLayout" Target="/ppt/slideLayouts/slideLayout2.xml" Id="R3c3da4ba175143bb" /><Relationship Type="http://schemas.openxmlformats.org/officeDocument/2006/relationships/slideLayout" Target="/ppt/slideLayouts/slideLayout3.xml" Id="Rdf59846def474ce3" /><Relationship Type="http://schemas.openxmlformats.org/officeDocument/2006/relationships/slideLayout" Target="/ppt/slideLayouts/slideLayout4.xml" Id="R8dd6e6137b1d4ff4" /><Relationship Type="http://schemas.openxmlformats.org/officeDocument/2006/relationships/slideLayout" Target="/ppt/slideLayouts/slideLayout5.xml" Id="R04aaccf78fb746c6" /><Relationship Type="http://schemas.openxmlformats.org/officeDocument/2006/relationships/slideLayout" Target="/ppt/slideLayouts/slideLayout6.xml" Id="Re26275e3dd9e4e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175f3b41214590"/>
    <p:sldLayoutId xmlns:r="http://schemas.openxmlformats.org/officeDocument/2006/relationships" id="2147483650" r:id="R3c3da4ba175143bb"/>
    <p:sldLayoutId xmlns:r="http://schemas.openxmlformats.org/officeDocument/2006/relationships" id="2147483651" r:id="Rdf59846def474ce3"/>
    <p:sldLayoutId xmlns:r="http://schemas.openxmlformats.org/officeDocument/2006/relationships" id="2147483652" r:id="R8dd6e6137b1d4ff4"/>
    <p:sldLayoutId xmlns:r="http://schemas.openxmlformats.org/officeDocument/2006/relationships" id="2147483653" r:id="R04aaccf78fb746c6"/>
    <p:sldLayoutId xmlns:r="http://schemas.openxmlformats.org/officeDocument/2006/relationships" id="2147483654" r:id="Re26275e3dd9e4e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3d709bbb4d421e" /><Relationship Type="http://schemas.openxmlformats.org/officeDocument/2006/relationships/image" Target="/ppt/media/image.jpeg" Id="R005f9bb04dde41c2" /><Relationship Type="http://schemas.openxmlformats.org/officeDocument/2006/relationships/notesSlide" Target="/ppt/notesSlides/notesSlide1.xml" Id="R06d4aff879f04c4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0dc7e729ce440b" /><Relationship Type="http://schemas.openxmlformats.org/officeDocument/2006/relationships/image" Target="/ppt/media/image2.jpeg" Id="Rca58037801794b68" /><Relationship Type="http://schemas.openxmlformats.org/officeDocument/2006/relationships/notesSlide" Target="/ppt/notesSlides/notesSlide2.xml" Id="Rc9d0fce136d847bb" 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cff4657d6574e5f"/><Relationship Type="http://schemas.openxmlformats.org/officeDocument/2006/relationships/image" Target="/ppt/media/image3.jpeg" Id="Rbaacde7e73314847"/><Relationship Type="http://schemas.openxmlformats.org/officeDocument/2006/relationships/notesSlide" Target="/ppt/notesSlides/notesSlide3.xml" Id="R4dad27ac57714526"/><Relationship Id="rIdClick1" Type="http://schemas.openxmlformats.org/officeDocument/2006/relationships/hyperlink" Target="https://www.patreon.com/giums" TargetMode="External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4ee646b82294741"/><Relationship Type="http://schemas.openxmlformats.org/officeDocument/2006/relationships/image" Target="/ppt/media/image4.jpeg" Id="Rfe35959ec77a495e"/><Relationship Type="http://schemas.openxmlformats.org/officeDocument/2006/relationships/notesSlide" Target="/ppt/notesSlides/notesSlide4.xml" Id="R815c747a334c4a76"/><Relationship Id="rIdClick1" Type="http://schemas.openxmlformats.org/officeDocument/2006/relationships/hyperlink" Target="https://www.instagram.com/giums/" TargetMode="External"/><Relationship Id="rIdClick2" Type="http://schemas.openxmlformats.org/officeDocument/2006/relationships/hyperlink" Target="https://www.patreon.com/giums" TargetMode="External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02da3c629f843ca"/><Relationship Type="http://schemas.openxmlformats.org/officeDocument/2006/relationships/image" Target="/ppt/media/image5.jpeg" Id="R5cbfe296a59c40c2"/><Relationship Type="http://schemas.openxmlformats.org/officeDocument/2006/relationships/notesSlide" Target="/ppt/notesSlides/notesSlide5.xml" Id="R06b8c56d4d344712"/><Relationship Id="rIdClick1" Type="http://schemas.openxmlformats.org/officeDocument/2006/relationships/hyperlink" Target="https://youtu.be/1wZL_RG2Ma4" TargetMode="External"/><Relationship Id="rIdClick2" Type="http://schemas.openxmlformats.org/officeDocument/2006/relationships/hyperlink" Target="https://www.instagram.com/reels/CQjiu2mBFcf/" TargetMode="External"/><Relationship Id="rIdClick3" Type="http://schemas.openxmlformats.org/officeDocument/2006/relationships/hyperlink" Target="mailto:giumsart@gmail.com" TargetMode="External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7859ff17f0b437a"/><Relationship Type="http://schemas.openxmlformats.org/officeDocument/2006/relationships/image" Target="/ppt/media/image6.jpeg" Id="R9e1495aadc304810"/><Relationship Type="http://schemas.openxmlformats.org/officeDocument/2006/relationships/notesSlide" Target="/ppt/notesSlides/notesSlide6.xml" Id="Rbcb28557dc3645d9"/><Relationship Id="rIdClick1" Type="http://schemas.openxmlformats.org/officeDocument/2006/relationships/hyperlink" Target="mailto:giumsart@gmail.com" TargetMode="External"/><Relationship Id="rIdClick2" Type="http://schemas.openxmlformats.org/officeDocument/2006/relationships/hyperlink" Target="https://giums.onrender.com/" TargetMode="External"/><Relationship Id="rIdClick3" Type="http://schemas.openxmlformats.org/officeDocument/2006/relationships/hyperlink" Target="https://www.instagram.com/giums/" TargetMode="External"/><Relationship Id="rIdClick4" Type="http://schemas.openxmlformats.org/officeDocument/2006/relationships/hyperlink" Target="https://bsky.app/profile/giums.bsky.social" TargetMode="External"/><Relationship Id="rIdClick5" Type="http://schemas.openxmlformats.org/officeDocument/2006/relationships/hyperlink" Target="https://www.youtube.com/@GIUMSyt" TargetMode="External"/><Relationship Id="rIdClick6" Type="http://schemas.openxmlformats.org/officeDocument/2006/relationships/hyperlink" Target="https://www.twitch.tv/giums" TargetMode="External"/><Relationship Id="rIdClick7" Type="http://schemas.openxmlformats.org/officeDocument/2006/relationships/hyperlink" Target="https://www.patreon.com/giums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2C2BA-CDA6-4D61-B2BE-7C424A9C61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5f9bb04dde41c2"/>
          <a:stretch xmlns:a="http://schemas.openxmlformats.org/drawingml/2006/main"/>
        </p:blipFill>
        <p:spPr>
          <a:xfrm xmlns:a="http://schemas.openxmlformats.org/drawingml/2006/main">
            <a:off x="0" y="265800"/>
            <a:ext cx="12192000" cy="632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5033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B28CB2-3312-4403-88E4-1298B18971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58037801794b68"/>
          <a:stretch xmlns:a="http://schemas.openxmlformats.org/drawingml/2006/main"/>
        </p:blipFill>
        <p:spPr>
          <a:xfrm xmlns:a="http://schemas.openxmlformats.org/drawingml/2006/main">
            <a:off x="2262523" y="0"/>
            <a:ext cx="7666954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6421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EF89D7-61F1-4660-972C-D18263C991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cde7e73314847"/>
          <a:stretch xmlns:a="http://schemas.openxmlformats.org/drawingml/2006/main"/>
        </p:blipFill>
        <p:spPr>
          <a:xfrm xmlns:a="http://schemas.openxmlformats.org/drawingml/2006/main">
            <a:off x="0" y="573000"/>
            <a:ext cx="12192000" cy="5712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A7DF9FAD-D37B-4236-84A7-0F2FB4A990EF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50" y="5902650"/>
            <a:ext cx="189495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763940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678F8-C21C-4FB0-B946-9F29CAB718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35959ec77a495e"/>
          <a:stretch xmlns:a="http://schemas.openxmlformats.org/drawingml/2006/main"/>
        </p:blipFill>
        <p:spPr>
          <a:xfrm xmlns:a="http://schemas.openxmlformats.org/drawingml/2006/main">
            <a:off x="2466975" y="0"/>
            <a:ext cx="72580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A8A0EF92-0589-43A1-870B-4218A3E98B1D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452" y="615970"/>
            <a:ext cx="346383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6BB12C95-FA42-419D-BCF9-D1866220435F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922" y="615970"/>
            <a:ext cx="810458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9410817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B94A31-E935-43C1-B4D0-E5CFE0EA5B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bfe296a59c40c2"/>
          <a:stretch xmlns:a="http://schemas.openxmlformats.org/drawingml/2006/main"/>
        </p:blipFill>
        <p:spPr>
          <a:xfrm xmlns:a="http://schemas.openxmlformats.org/drawingml/2006/main">
            <a:off x="3029218" y="0"/>
            <a:ext cx="6133563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D9D5FE0B-097B-4940-8D1F-1EEA9FC0D2B0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3898601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6D7DCB18-7EA2-427A-A6D3-A3B3496C820F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4012398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E124692C-6768-410A-87AB-1CC01D3E5D3B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572" y="5044343"/>
            <a:ext cx="971575" cy="111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9554249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56EA57-8760-439C-8D4C-CB54F95379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495aadc304810"/>
          <a:stretch xmlns:a="http://schemas.openxmlformats.org/drawingml/2006/main"/>
        </p:blipFill>
        <p:spPr>
          <a:xfrm xmlns:a="http://schemas.openxmlformats.org/drawingml/2006/main">
            <a:off x="0" y="1633800"/>
            <a:ext cx="12192000" cy="35904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41CE4041-A94B-4865-B7CE-7A1C4CE9442F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359350"/>
            <a:ext cx="14275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8957E1DA-760B-4D16-A01C-B314BDC9AA11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6750" y="2359350"/>
            <a:ext cx="13651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5B9BB20C-E8B8-479B-A2B7-BFB327072427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450" y="2731350"/>
            <a:ext cx="5494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5" name="hotspot-4">
            <a:extLst xmlns:a="http://schemas.openxmlformats.org/drawingml/2006/main">
              <a:ext uri="{FF2B5EF4-FFF2-40B4-BE49-F238E27FC236}">
                <a16:creationId xmlns:a16="http://schemas.microsoft.com/office/drawing/2014/main" id="{C1866DEB-90FD-4433-8B20-3EF3FD09D512}"/>
              </a:ext>
            </a:extLst>
            <ns6:hlinkClick xmlns:ns6="http://schemas.openxmlformats.org/drawingml/2006/main" xmlns:ns7="http://schemas.openxmlformats.org/officeDocument/2006/relationships" ns7:id="rIdClick4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300" y="2731350"/>
            <a:ext cx="12636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6" name="hotspot-5">
            <a:extLst xmlns:a="http://schemas.openxmlformats.org/drawingml/2006/main">
              <a:ext uri="{FF2B5EF4-FFF2-40B4-BE49-F238E27FC236}">
                <a16:creationId xmlns:a16="http://schemas.microsoft.com/office/drawing/2014/main" id="{A9BD8475-5F11-47D2-A8DF-AA85FA0A33EB}"/>
              </a:ext>
            </a:extLst>
            <ns8:hlinkClick xmlns:ns8="http://schemas.openxmlformats.org/drawingml/2006/main" xmlns:ns9="http://schemas.openxmlformats.org/officeDocument/2006/relationships" ns9:id="rIdClick5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7600" y="3103350"/>
            <a:ext cx="7083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7" name="hotspot-6">
            <a:extLst xmlns:a="http://schemas.openxmlformats.org/drawingml/2006/main">
              <a:ext uri="{FF2B5EF4-FFF2-40B4-BE49-F238E27FC236}">
                <a16:creationId xmlns:a16="http://schemas.microsoft.com/office/drawing/2014/main" id="{03746347-BACF-4446-B16E-AC91EA1E80A8}"/>
              </a:ext>
            </a:extLst>
            <ns10:hlinkClick xmlns:ns10="http://schemas.openxmlformats.org/drawingml/2006/main" xmlns:ns11="http://schemas.openxmlformats.org/officeDocument/2006/relationships" ns11:id="rIdClick6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250" y="3103350"/>
            <a:ext cx="10066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8" name="hotspot-7">
            <a:extLst xmlns:a="http://schemas.openxmlformats.org/drawingml/2006/main">
              <a:ext uri="{FF2B5EF4-FFF2-40B4-BE49-F238E27FC236}">
                <a16:creationId xmlns:a16="http://schemas.microsoft.com/office/drawing/2014/main" id="{8A31529A-0B29-410E-A378-A722EEEDD6F0}"/>
              </a:ext>
            </a:extLst>
            <ns12:hlinkClick xmlns:ns12="http://schemas.openxmlformats.org/drawingml/2006/main" xmlns:ns13="http://schemas.openxmlformats.org/officeDocument/2006/relationships" ns13:id="rIdClick7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100" y="3475350"/>
            <a:ext cx="12858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8482704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2026-10-17T00:02:58.0020000Z</dcterms:created>
  <dcterms:modified xsi:type="dcterms:W3CDTF">2026-10-17T00:02:58.0020000Z</dcterms:modified>
</coreProperties>
</file>