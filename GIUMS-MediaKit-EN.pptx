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b66775870c4769" /><Relationship Type="http://schemas.openxmlformats.org/officeDocument/2006/relationships/extended-properties" Target="/docProps/app.xml" Id="Ra056f355fc124f14" /><Relationship Type="http://schemas.openxmlformats.org/officeDocument/2006/relationships/officeDocument" Target="/ppt/presentation.xml" Id="R9f537a21d7b445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10ce6d874b488a"/>
  </p:sldMasterIdLst>
  <p:notesMasterIdLst>
    <p:notesMasterId xmlns:r="http://schemas.openxmlformats.org/officeDocument/2006/relationships" r:id="R04e2197ba36c4b03"/>
  </p:notesMasterIdLst>
  <p:sldIdLst>
    <p:sldId xmlns:r="http://schemas.openxmlformats.org/officeDocument/2006/relationships" id="256" r:id="Rb53f894ab6a44b66"/>
    <p:sldId xmlns:r="http://schemas.openxmlformats.org/officeDocument/2006/relationships" id="257" r:id="R27db83c3feab4c39"/>
    <p:sldId xmlns:r="http://schemas.openxmlformats.org/officeDocument/2006/relationships" id="258" r:id="R001855c52fe14170"/>
    <p:sldId xmlns:r="http://schemas.openxmlformats.org/officeDocument/2006/relationships" id="259" r:id="R73176fc8a9654b52"/>
    <p:sldId xmlns:r="http://schemas.openxmlformats.org/officeDocument/2006/relationships" id="260" r:id="R78e8eeca0c444657"/>
    <p:sldId xmlns:r="http://schemas.openxmlformats.org/officeDocument/2006/relationships" id="261" r:id="R892333cd836d43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b3215fb6e34b41" /><Relationship Type="http://schemas.openxmlformats.org/officeDocument/2006/relationships/slideMaster" Target="/ppt/slideMasters/slideMaster1.xml" Id="R1910ce6d874b488a" /><Relationship Type="http://schemas.openxmlformats.org/officeDocument/2006/relationships/notesMaster" Target="/ppt/notesMasters/notesMaster1.xml" Id="R04e2197ba36c4b03" /><Relationship Type="http://schemas.openxmlformats.org/officeDocument/2006/relationships/presProps" Target="/ppt/presProps.xml" Id="R5aebc453199f418d" /><Relationship Type="http://schemas.openxmlformats.org/officeDocument/2006/relationships/tableStyles" Target="/ppt/tableStyles.xml" Id="R89380c0b807647a7" /><Relationship Type="http://schemas.openxmlformats.org/officeDocument/2006/relationships/slide" Target="/ppt/slides/slide1.xml" Id="Rb53f894ab6a44b66" /><Relationship Type="http://schemas.openxmlformats.org/officeDocument/2006/relationships/slide" Target="/ppt/slides/slide2.xml" Id="R27db83c3feab4c39" /><Relationship Type="http://schemas.openxmlformats.org/officeDocument/2006/relationships/slide" Target="/ppt/slides/slide3.xml" Id="R001855c52fe14170" /><Relationship Type="http://schemas.openxmlformats.org/officeDocument/2006/relationships/slide" Target="/ppt/slides/slide4.xml" Id="R73176fc8a9654b52" /><Relationship Type="http://schemas.openxmlformats.org/officeDocument/2006/relationships/slide" Target="/ppt/slides/slide5.xml" Id="R78e8eeca0c444657" /><Relationship Type="http://schemas.openxmlformats.org/officeDocument/2006/relationships/slide" Target="/ppt/slides/slide6.xml" Id="R892333cd836d43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0f6c9e3a8c49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59cdbca47f4db8" /><Relationship Type="http://schemas.openxmlformats.org/officeDocument/2006/relationships/notesMaster" Target="/ppt/notesMasters/notesMaster1.xml" Id="Rf5070a16c68748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f537a8733949f8" /><Relationship Type="http://schemas.openxmlformats.org/officeDocument/2006/relationships/notesMaster" Target="/ppt/notesMasters/notesMaster1.xml" Id="Rd58636132b9248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04f119d0cb409c" /><Relationship Type="http://schemas.openxmlformats.org/officeDocument/2006/relationships/notesMaster" Target="/ppt/notesMasters/notesMaster1.xml" Id="R177cb0603a6e4f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f9f89438554a65" /><Relationship Type="http://schemas.openxmlformats.org/officeDocument/2006/relationships/notesMaster" Target="/ppt/notesMasters/notesMaster1.xml" Id="R564ac6ab3a714b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d8b0eadfdc4ebf" /><Relationship Type="http://schemas.openxmlformats.org/officeDocument/2006/relationships/notesMaster" Target="/ppt/notesMasters/notesMaster1.xml" Id="R10391cd2f3bb4a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a484513bdc4578" /><Relationship Type="http://schemas.openxmlformats.org/officeDocument/2006/relationships/notesMaster" Target="/ppt/notesMasters/notesMaster1.xml" Id="R955f49a2a6a840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36ae1e3ad49b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c363cb2ca49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3c142f52e41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dcb70450c647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7107afb5a48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aec9ffd02047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753447-954A-451A-B87C-AAC1F5E5D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29FF5D8-CC7E-42B9-B6F5-4BA45F20D64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40512D-43F4-4A00-B779-82F7335BF1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AAD3C8-08F0-4857-89AC-CD99A148C2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F29E72-91EA-482C-9414-1A508D5A65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508001-67A5-4E67-BEE1-57A1320BB2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88138D-4B66-4976-87A3-1F4BBCFFEA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9D834F-2E24-43AE-AAFA-7911D73C83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5E5909-23F0-436C-AB6A-8C6E8485DA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7392BF-3E83-48DC-B32D-CEEF2CF7E1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11f6d573744a6c" /><Relationship Type="http://schemas.openxmlformats.org/officeDocument/2006/relationships/slideLayout" Target="/ppt/slideLayouts/slideLayout1.xml" Id="R1125b81a8e8a4aa9" /><Relationship Type="http://schemas.openxmlformats.org/officeDocument/2006/relationships/slideLayout" Target="/ppt/slideLayouts/slideLayout2.xml" Id="R5085602f80b04013" /><Relationship Type="http://schemas.openxmlformats.org/officeDocument/2006/relationships/slideLayout" Target="/ppt/slideLayouts/slideLayout3.xml" Id="R2d539a70107b43ce" /><Relationship Type="http://schemas.openxmlformats.org/officeDocument/2006/relationships/slideLayout" Target="/ppt/slideLayouts/slideLayout4.xml" Id="R898328d176ba4d14" /><Relationship Type="http://schemas.openxmlformats.org/officeDocument/2006/relationships/slideLayout" Target="/ppt/slideLayouts/slideLayout5.xml" Id="R413120d20e494340" /><Relationship Type="http://schemas.openxmlformats.org/officeDocument/2006/relationships/slideLayout" Target="/ppt/slideLayouts/slideLayout6.xml" Id="R52696566373f40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25b81a8e8a4aa9"/>
    <p:sldLayoutId xmlns:r="http://schemas.openxmlformats.org/officeDocument/2006/relationships" id="2147483650" r:id="R5085602f80b04013"/>
    <p:sldLayoutId xmlns:r="http://schemas.openxmlformats.org/officeDocument/2006/relationships" id="2147483651" r:id="R2d539a70107b43ce"/>
    <p:sldLayoutId xmlns:r="http://schemas.openxmlformats.org/officeDocument/2006/relationships" id="2147483652" r:id="R898328d176ba4d14"/>
    <p:sldLayoutId xmlns:r="http://schemas.openxmlformats.org/officeDocument/2006/relationships" id="2147483653" r:id="R413120d20e494340"/>
    <p:sldLayoutId xmlns:r="http://schemas.openxmlformats.org/officeDocument/2006/relationships" id="2147483654" r:id="R52696566373f40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b399bc9c5248b8" /><Relationship Type="http://schemas.openxmlformats.org/officeDocument/2006/relationships/image" Target="/ppt/media/image.jpeg" Id="R9c2d0183fc3942a9" /><Relationship Type="http://schemas.openxmlformats.org/officeDocument/2006/relationships/notesSlide" Target="/ppt/notesSlides/notesSlide1.xml" Id="Rbc0936ceff6241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75e0d5b48f41be" /><Relationship Type="http://schemas.openxmlformats.org/officeDocument/2006/relationships/image" Target="/ppt/media/image2.jpeg" Id="Rafee4ab5a4e24082" /><Relationship Type="http://schemas.openxmlformats.org/officeDocument/2006/relationships/notesSlide" Target="/ppt/notesSlides/notesSlide2.xml" Id="Rde10275e2d0946ec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48cb6d357f646de"/><Relationship Type="http://schemas.openxmlformats.org/officeDocument/2006/relationships/image" Target="/ppt/media/image3.jpeg" Id="Rc648b4e6d5764b93"/><Relationship Type="http://schemas.openxmlformats.org/officeDocument/2006/relationships/notesSlide" Target="/ppt/notesSlides/notesSlide3.xml" Id="R6cdc7e02b284471b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9784ea8344e4cee"/><Relationship Type="http://schemas.openxmlformats.org/officeDocument/2006/relationships/image" Target="/ppt/media/image4.jpeg" Id="R91d1a7479d304b3a"/><Relationship Type="http://schemas.openxmlformats.org/officeDocument/2006/relationships/notesSlide" Target="/ppt/notesSlides/notesSlide4.xml" Id="R5e3628c054bc4e6a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c2e5c93897d4249"/><Relationship Type="http://schemas.openxmlformats.org/officeDocument/2006/relationships/image" Target="/ppt/media/image5.jpeg" Id="Rde6747d4770744f2"/><Relationship Type="http://schemas.openxmlformats.org/officeDocument/2006/relationships/notesSlide" Target="/ppt/notesSlides/notesSlide5.xml" Id="R9d83aa2a11de4a70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406f6a2c2394cf0"/><Relationship Type="http://schemas.openxmlformats.org/officeDocument/2006/relationships/image" Target="/ppt/media/image6.jpeg" Id="R9248ead78b834de9"/><Relationship Type="http://schemas.openxmlformats.org/officeDocument/2006/relationships/notesSlide" Target="/ppt/notesSlides/notesSlide6.xml" Id="R3df7d6571ba04547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D9C6C-C01F-4B80-980F-21893C3779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2d0183fc3942a9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3033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408DF-D856-48A4-9F84-2688EE1E47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ee4ab5a4e24082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91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7E8CE-113C-4EAF-9785-17DD3290B4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8b4e6d5764b93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2C5B558F-671B-479D-AF43-5CFDFD642369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541931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39D128-DE9E-4072-B4C3-60EEDDEC83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1a7479d304b3a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24D1358D-9726-44AF-90C1-2559704595B2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8A44F953-3C35-4250-A69D-38CBBB95061D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24873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56E9B7-F765-4AE5-9AB4-0D854510A0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6747d4770744f2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3F0764B7-AEAF-480F-91C4-9150CDECA25D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3898601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D997E9E5-63B4-425D-AF87-76FE7261B668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12398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7BDFC04C-2D78-41EF-9D3B-7215B5ABE3E5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044343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9600488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0A09D-95C9-4A87-BD5B-E2968D3F55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8ead78b834de9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748C022C-5193-4288-B6B4-D32EB4617399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9C6E67C1-D6D0-4C27-90D6-857E4DD517B8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5F796726-9A8F-4DDD-A9E5-9C016125D812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31E843A0-83E7-489E-89C4-176AE0EF6822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48A233BA-F1A6-4488-A84A-1584AAC85D1C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B1034C33-9BA1-45F1-B162-6C848BE638C7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D7EA1A00-D797-4205-AD2B-06796A1CCADF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201509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2026-10-16T23:59:39.7380000Z</dcterms:created>
  <dcterms:modified xsi:type="dcterms:W3CDTF">2026-10-16T23:59:39.7380000Z</dcterms:modified>
</coreProperties>
</file>