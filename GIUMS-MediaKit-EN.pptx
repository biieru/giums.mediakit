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3b229566a74657" /><Relationship Type="http://schemas.openxmlformats.org/officeDocument/2006/relationships/extended-properties" Target="/docProps/app.xml" Id="Rce0bf7f43a3949a2" /><Relationship Type="http://schemas.openxmlformats.org/officeDocument/2006/relationships/officeDocument" Target="/ppt/presentation.xml" Id="Re3b1367b776346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69ce781bdf4bec"/>
  </p:sldMasterIdLst>
  <p:notesMasterIdLst>
    <p:notesMasterId xmlns:r="http://schemas.openxmlformats.org/officeDocument/2006/relationships" r:id="R0e994b4aa7244ddf"/>
  </p:notesMasterIdLst>
  <p:sldIdLst>
    <p:sldId xmlns:r="http://schemas.openxmlformats.org/officeDocument/2006/relationships" id="256" r:id="R23c7084c89c240e7"/>
    <p:sldId xmlns:r="http://schemas.openxmlformats.org/officeDocument/2006/relationships" id="257" r:id="R76f0bdc20a604953"/>
    <p:sldId xmlns:r="http://schemas.openxmlformats.org/officeDocument/2006/relationships" id="258" r:id="R768abdf2d8b24738"/>
    <p:sldId xmlns:r="http://schemas.openxmlformats.org/officeDocument/2006/relationships" id="259" r:id="R0d62a19c3b374fc8"/>
    <p:sldId xmlns:r="http://schemas.openxmlformats.org/officeDocument/2006/relationships" id="260" r:id="Rcb9b09683969490a"/>
    <p:sldId xmlns:r="http://schemas.openxmlformats.org/officeDocument/2006/relationships" id="261" r:id="R862c71c2fa8047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44fb864db8413c" /><Relationship Type="http://schemas.openxmlformats.org/officeDocument/2006/relationships/slideMaster" Target="/ppt/slideMasters/slideMaster1.xml" Id="R2569ce781bdf4bec" /><Relationship Type="http://schemas.openxmlformats.org/officeDocument/2006/relationships/notesMaster" Target="/ppt/notesMasters/notesMaster1.xml" Id="R0e994b4aa7244ddf" /><Relationship Type="http://schemas.openxmlformats.org/officeDocument/2006/relationships/presProps" Target="/ppt/presProps.xml" Id="R37289d839e464648" /><Relationship Type="http://schemas.openxmlformats.org/officeDocument/2006/relationships/tableStyles" Target="/ppt/tableStyles.xml" Id="R554fecc9a3444e3f" /><Relationship Type="http://schemas.openxmlformats.org/officeDocument/2006/relationships/slide" Target="/ppt/slides/slide1.xml" Id="R23c7084c89c240e7" /><Relationship Type="http://schemas.openxmlformats.org/officeDocument/2006/relationships/slide" Target="/ppt/slides/slide2.xml" Id="R76f0bdc20a604953" /><Relationship Type="http://schemas.openxmlformats.org/officeDocument/2006/relationships/slide" Target="/ppt/slides/slide3.xml" Id="R768abdf2d8b24738" /><Relationship Type="http://schemas.openxmlformats.org/officeDocument/2006/relationships/slide" Target="/ppt/slides/slide4.xml" Id="R0d62a19c3b374fc8" /><Relationship Type="http://schemas.openxmlformats.org/officeDocument/2006/relationships/slide" Target="/ppt/slides/slide5.xml" Id="Rcb9b09683969490a" /><Relationship Type="http://schemas.openxmlformats.org/officeDocument/2006/relationships/slide" Target="/ppt/slides/slide6.xml" Id="R862c71c2fa8047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57630f749449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db5fbc0a6f494b" /><Relationship Type="http://schemas.openxmlformats.org/officeDocument/2006/relationships/notesMaster" Target="/ppt/notesMasters/notesMaster1.xml" Id="R22e7def941f640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bd808d0df04483" /><Relationship Type="http://schemas.openxmlformats.org/officeDocument/2006/relationships/notesMaster" Target="/ppt/notesMasters/notesMaster1.xml" Id="Reef0ca5dfc7741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22d0ec59ec4a27" /><Relationship Type="http://schemas.openxmlformats.org/officeDocument/2006/relationships/notesMaster" Target="/ppt/notesMasters/notesMaster1.xml" Id="Rd831c83a9cf74c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2cc6b29e714ee8" /><Relationship Type="http://schemas.openxmlformats.org/officeDocument/2006/relationships/notesMaster" Target="/ppt/notesMasters/notesMaster1.xml" Id="R7b14e1b1bb2744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48f3186bbd4f03" /><Relationship Type="http://schemas.openxmlformats.org/officeDocument/2006/relationships/notesMaster" Target="/ppt/notesMasters/notesMaster1.xml" Id="Rbfc24f21612a47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638013509448b3" /><Relationship Type="http://schemas.openxmlformats.org/officeDocument/2006/relationships/notesMaster" Target="/ppt/notesMasters/notesMaster1.xml" Id="R31c5b07ca40942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Artist and original art.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YATHRA.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and reach.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partnerships.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usage rights.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c0f55837d49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8fa1c8dc45418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637ab7d1814ce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4beee6f8a341d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bf17f4cdcf46f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577060e10841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EF70A2-1718-4194-A97A-F1B94BD902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E4D054B-0F45-442B-B540-9CFDCFBCDF9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3EAE7E6-C514-4E17-8588-49988AB180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018134-F55E-4E7D-8B33-4CBFE1498D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3A42C52-FCA9-4300-8464-61336C59CF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974517-1C96-4B1E-8BEB-1DA4C52CF8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5E3C96-1345-4D81-831B-8AEC4C6287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486D6E-B5B2-46A0-B3A6-9FE184B43E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DC984C-057B-456F-BF1D-F8F6DDAAB6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3465F4F-5DB4-4820-867B-78302FC6E5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72fe0f7a2140cf" /><Relationship Type="http://schemas.openxmlformats.org/officeDocument/2006/relationships/slideLayout" Target="/ppt/slideLayouts/slideLayout1.xml" Id="Re2406b7ee4d44433" /><Relationship Type="http://schemas.openxmlformats.org/officeDocument/2006/relationships/slideLayout" Target="/ppt/slideLayouts/slideLayout2.xml" Id="Rde2903971b054f84" /><Relationship Type="http://schemas.openxmlformats.org/officeDocument/2006/relationships/slideLayout" Target="/ppt/slideLayouts/slideLayout3.xml" Id="R125cba3084c54a7a" /><Relationship Type="http://schemas.openxmlformats.org/officeDocument/2006/relationships/slideLayout" Target="/ppt/slideLayouts/slideLayout4.xml" Id="R2b37679f462a41eb" /><Relationship Type="http://schemas.openxmlformats.org/officeDocument/2006/relationships/slideLayout" Target="/ppt/slideLayouts/slideLayout5.xml" Id="Rb96554afbdbd4566" /><Relationship Type="http://schemas.openxmlformats.org/officeDocument/2006/relationships/slideLayout" Target="/ppt/slideLayouts/slideLayout6.xml" Id="Rb96948c6f0ca40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406b7ee4d44433"/>
    <p:sldLayoutId xmlns:r="http://schemas.openxmlformats.org/officeDocument/2006/relationships" id="2147483650" r:id="Rde2903971b054f84"/>
    <p:sldLayoutId xmlns:r="http://schemas.openxmlformats.org/officeDocument/2006/relationships" id="2147483651" r:id="R125cba3084c54a7a"/>
    <p:sldLayoutId xmlns:r="http://schemas.openxmlformats.org/officeDocument/2006/relationships" id="2147483652" r:id="R2b37679f462a41eb"/>
    <p:sldLayoutId xmlns:r="http://schemas.openxmlformats.org/officeDocument/2006/relationships" id="2147483653" r:id="Rb96554afbdbd4566"/>
    <p:sldLayoutId xmlns:r="http://schemas.openxmlformats.org/officeDocument/2006/relationships" id="2147483654" r:id="Rb96948c6f0ca40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25229199b34e84" /><Relationship Type="http://schemas.openxmlformats.org/officeDocument/2006/relationships/image" Target="/ppt/media/image.jpeg" Id="Re50c5fd35d2d4655" /><Relationship Type="http://schemas.openxmlformats.org/officeDocument/2006/relationships/notesSlide" Target="/ppt/notesSlides/notesSlide1.xml" Id="Rd8d8829c256942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0243ef7ff046d3" /><Relationship Type="http://schemas.openxmlformats.org/officeDocument/2006/relationships/image" Target="/ppt/media/image2.jpeg" Id="R62002e0cbc944026" /><Relationship Type="http://schemas.openxmlformats.org/officeDocument/2006/relationships/notesSlide" Target="/ppt/notesSlides/notesSlide2.xml" Id="R771eb18e9b304302" 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47ffb14bdee487d"/><Relationship Type="http://schemas.openxmlformats.org/officeDocument/2006/relationships/image" Target="/ppt/media/image3.jpeg" Id="R4a26cf5aefe04832"/><Relationship Type="http://schemas.openxmlformats.org/officeDocument/2006/relationships/notesSlide" Target="/ppt/notesSlides/notesSlide3.xml" Id="R76e50e308f8943db"/><Relationship Id="rIdClick1" Type="http://schemas.openxmlformats.org/officeDocument/2006/relationships/hyperlink" Target="https://www.patreon.com/giums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604a2e527ea4698"/><Relationship Type="http://schemas.openxmlformats.org/officeDocument/2006/relationships/image" Target="/ppt/media/image4.jpeg" Id="R0605f95d13f343ae"/><Relationship Type="http://schemas.openxmlformats.org/officeDocument/2006/relationships/notesSlide" Target="/ppt/notesSlides/notesSlide4.xml" Id="R088efa39454a4afc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patreon.com/giums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9b797b73a174160"/><Relationship Type="http://schemas.openxmlformats.org/officeDocument/2006/relationships/image" Target="/ppt/media/image5.jpeg" Id="R527e3f4394224c86"/><Relationship Type="http://schemas.openxmlformats.org/officeDocument/2006/relationships/notesSlide" Target="/ppt/notesSlides/notesSlide5.xml" Id="Rb827d23f1b44444a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Relationship Id="rIdClick3" Type="http://schemas.openxmlformats.org/officeDocument/2006/relationships/hyperlink" Target="mailto:giumsart@gmail.com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fbeaa7c743244c2"/><Relationship Type="http://schemas.openxmlformats.org/officeDocument/2006/relationships/image" Target="/ppt/media/image6.jpeg" Id="Rd057aef8d8eb4beb"/><Relationship Type="http://schemas.openxmlformats.org/officeDocument/2006/relationships/notesSlide" Target="/ppt/notesSlides/notesSlide6.xml" Id="R4a99f16c30b84873"/><Relationship Id="rIdClick1" Type="http://schemas.openxmlformats.org/officeDocument/2006/relationships/hyperlink" Target="mailto:giumsart@gmail.com" TargetMode="External"/><Relationship Id="rIdClick2" Type="http://schemas.openxmlformats.org/officeDocument/2006/relationships/hyperlink" Target="https://giums.onrender.com/" TargetMode="External"/><Relationship Id="rIdClick3" Type="http://schemas.openxmlformats.org/officeDocument/2006/relationships/hyperlink" Target="https://www.instagram.com/giums/" TargetMode="External"/><Relationship Id="rIdClick4" Type="http://schemas.openxmlformats.org/officeDocument/2006/relationships/hyperlink" Target="https://bsky.app/profile/giums.bsky.social" TargetMode="External"/><Relationship Id="rIdClick5" Type="http://schemas.openxmlformats.org/officeDocument/2006/relationships/hyperlink" Target="https://www.youtube.com/@GIUMSyt" TargetMode="External"/><Relationship Id="rIdClick6" Type="http://schemas.openxmlformats.org/officeDocument/2006/relationships/hyperlink" Target="https://www.twitch.tv/giums" TargetMode="External"/><Relationship Id="rIdClick7" Type="http://schemas.openxmlformats.org/officeDocument/2006/relationships/hyperlink" Target="https://www.patreon.com/giums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6BF91-CF5B-459B-9C7D-F489E238BA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0c5fd35d2d4655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4107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D56C8-1FF6-4B86-980E-4AF3A9FDFC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02e0cbc944026"/>
          <a:stretch xmlns:a="http://schemas.openxmlformats.org/drawingml/2006/main"/>
        </p:blipFill>
        <p:spPr>
          <a:xfrm xmlns:a="http://schemas.openxmlformats.org/drawingml/2006/main">
            <a:off x="2262523" y="0"/>
            <a:ext cx="7666954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7463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F6F42-27FE-45EA-B3AB-EE4C67FF4E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6cf5aefe04832"/>
          <a:stretch xmlns:a="http://schemas.openxmlformats.org/drawingml/2006/main"/>
        </p:blipFill>
        <p:spPr>
          <a:xfrm xmlns:a="http://schemas.openxmlformats.org/drawingml/2006/main">
            <a:off x="0" y="573000"/>
            <a:ext cx="12192000" cy="5712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7C704100-7E8B-4FB3-BFC9-0FCEE5715254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0" y="5233050"/>
            <a:ext cx="189495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749184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B6D08-58EE-4FE3-8367-19F28BCCD5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5f95d13f343ae"/>
          <a:stretch xmlns:a="http://schemas.openxmlformats.org/drawingml/2006/main"/>
        </p:blipFill>
        <p:spPr>
          <a:xfrm xmlns:a="http://schemas.openxmlformats.org/drawingml/2006/main">
            <a:off x="2466975" y="0"/>
            <a:ext cx="7258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065C8897-820D-459D-9E61-ED982D959FCF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452" y="615970"/>
            <a:ext cx="346383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FE1A24CD-154C-4230-8A15-2EDF2A332304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922" y="615970"/>
            <a:ext cx="810458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846562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3E4426-93E2-44C6-A51C-A93F160A41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e3f4394224c86"/>
          <a:stretch xmlns:a="http://schemas.openxmlformats.org/drawingml/2006/main"/>
        </p:blipFill>
        <p:spPr>
          <a:xfrm xmlns:a="http://schemas.openxmlformats.org/drawingml/2006/main">
            <a:off x="3029218" y="0"/>
            <a:ext cx="6133563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36E04253-44AF-4937-B919-AFAE5DE382DF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3898601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DF75118A-BF9A-4E21-B8B6-3E5E676142C2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012398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E93312A4-9330-4446-A2EB-6516C38510EC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572" y="5044343"/>
            <a:ext cx="971575" cy="111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733025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9D60E7-6A22-4CAC-B0C2-FB4E8C15D1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57aef8d8eb4beb"/>
          <a:stretch xmlns:a="http://schemas.openxmlformats.org/drawingml/2006/main"/>
        </p:blipFill>
        <p:spPr>
          <a:xfrm xmlns:a="http://schemas.openxmlformats.org/drawingml/2006/main">
            <a:off x="0" y="1633800"/>
            <a:ext cx="12192000" cy="35904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AD3EBD61-E187-4DEA-BFBD-4661D03A39B7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59350"/>
            <a:ext cx="14275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BE8A42AA-F26A-4A6A-B289-B2AED63A0505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750" y="2359350"/>
            <a:ext cx="13651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A1497DD1-EAAD-43FA-9BEF-361127280D95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450" y="2731350"/>
            <a:ext cx="5494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5" name="hotspot-4">
            <a:extLst xmlns:a="http://schemas.openxmlformats.org/drawingml/2006/main">
              <a:ext uri="{FF2B5EF4-FFF2-40B4-BE49-F238E27FC236}">
                <a16:creationId xmlns:a16="http://schemas.microsoft.com/office/drawing/2014/main" id="{70F5E777-D374-431A-A2A3-F24E9BC271D7}"/>
              </a:ext>
            </a:extLst>
            <ns6:hlinkClick xmlns:ns6="http://schemas.openxmlformats.org/drawingml/2006/main" xmlns:ns7="http://schemas.openxmlformats.org/officeDocument/2006/relationships" ns7:id="rIdClic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300" y="2731350"/>
            <a:ext cx="12636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hotspot-5">
            <a:extLst xmlns:a="http://schemas.openxmlformats.org/drawingml/2006/main">
              <a:ext uri="{FF2B5EF4-FFF2-40B4-BE49-F238E27FC236}">
                <a16:creationId xmlns:a16="http://schemas.microsoft.com/office/drawing/2014/main" id="{BE7826BF-1845-40EB-9A15-1148203A5881}"/>
              </a:ext>
            </a:extLst>
            <ns8:hlinkClick xmlns:ns8="http://schemas.openxmlformats.org/drawingml/2006/main" xmlns:ns9="http://schemas.openxmlformats.org/officeDocument/2006/relationships" ns9:id="rIdClic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600" y="3103350"/>
            <a:ext cx="7083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7" name="hotspot-6">
            <a:extLst xmlns:a="http://schemas.openxmlformats.org/drawingml/2006/main">
              <a:ext uri="{FF2B5EF4-FFF2-40B4-BE49-F238E27FC236}">
                <a16:creationId xmlns:a16="http://schemas.microsoft.com/office/drawing/2014/main" id="{8B3EF45C-82E7-4882-913A-B06E4645BF02}"/>
              </a:ext>
            </a:extLst>
            <ns10:hlinkClick xmlns:ns10="http://schemas.openxmlformats.org/drawingml/2006/main" xmlns:ns11="http://schemas.openxmlformats.org/officeDocument/2006/relationships" ns11:id="rIdClic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250" y="3103350"/>
            <a:ext cx="10066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hotspot-7">
            <a:extLst xmlns:a="http://schemas.openxmlformats.org/drawingml/2006/main">
              <a:ext uri="{FF2B5EF4-FFF2-40B4-BE49-F238E27FC236}">
                <a16:creationId xmlns:a16="http://schemas.microsoft.com/office/drawing/2014/main" id="{49414A2C-1BFE-4404-A884-6E50250036D3}"/>
              </a:ext>
            </a:extLst>
            <ns12:hlinkClick xmlns:ns12="http://schemas.openxmlformats.org/drawingml/2006/main" xmlns:ns13="http://schemas.openxmlformats.org/officeDocument/2006/relationships" ns13:id="rIdClic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100" y="3475350"/>
            <a:ext cx="12858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906235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2026-10-16T23:57:40.3150000Z</dcterms:created>
  <dcterms:modified xsi:type="dcterms:W3CDTF">2026-10-16T23:57:40.3150000Z</dcterms:modified>
</coreProperties>
</file>