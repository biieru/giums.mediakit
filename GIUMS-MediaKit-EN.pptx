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d9d9b856ed405f" /><Relationship Type="http://schemas.openxmlformats.org/officeDocument/2006/relationships/extended-properties" Target="/docProps/app.xml" Id="R045f5a6f280f458d" /><Relationship Type="http://schemas.openxmlformats.org/officeDocument/2006/relationships/officeDocument" Target="/ppt/presentation.xml" Id="Rda4a19ba039146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082baac6f54de4"/>
  </p:sldMasterIdLst>
  <p:notesMasterIdLst>
    <p:notesMasterId xmlns:r="http://schemas.openxmlformats.org/officeDocument/2006/relationships" r:id="R10f789c1c6db4562"/>
  </p:notesMasterIdLst>
  <p:sldIdLst>
    <p:sldId xmlns:r="http://schemas.openxmlformats.org/officeDocument/2006/relationships" id="256" r:id="R218707b0a0b7425c"/>
    <p:sldId xmlns:r="http://schemas.openxmlformats.org/officeDocument/2006/relationships" id="257" r:id="R211c2ec5aa724caa"/>
    <p:sldId xmlns:r="http://schemas.openxmlformats.org/officeDocument/2006/relationships" id="258" r:id="R3f33f47ed58b4808"/>
    <p:sldId xmlns:r="http://schemas.openxmlformats.org/officeDocument/2006/relationships" id="259" r:id="Rac31628f3ddf47b9"/>
    <p:sldId xmlns:r="http://schemas.openxmlformats.org/officeDocument/2006/relationships" id="260" r:id="Rcc88f33e64354ace"/>
    <p:sldId xmlns:r="http://schemas.openxmlformats.org/officeDocument/2006/relationships" id="261" r:id="Rfcf5758dff524c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d7ae9e1f1747f4" /><Relationship Type="http://schemas.openxmlformats.org/officeDocument/2006/relationships/slideMaster" Target="/ppt/slideMasters/slideMaster1.xml" Id="Rbe082baac6f54de4" /><Relationship Type="http://schemas.openxmlformats.org/officeDocument/2006/relationships/notesMaster" Target="/ppt/notesMasters/notesMaster1.xml" Id="R10f789c1c6db4562" /><Relationship Type="http://schemas.openxmlformats.org/officeDocument/2006/relationships/presProps" Target="/ppt/presProps.xml" Id="R733d3f30b8cc4e2b" /><Relationship Type="http://schemas.openxmlformats.org/officeDocument/2006/relationships/tableStyles" Target="/ppt/tableStyles.xml" Id="R2d812f9424b54499" /><Relationship Type="http://schemas.openxmlformats.org/officeDocument/2006/relationships/slide" Target="/ppt/slides/slide1.xml" Id="R218707b0a0b7425c" /><Relationship Type="http://schemas.openxmlformats.org/officeDocument/2006/relationships/slide" Target="/ppt/slides/slide2.xml" Id="R211c2ec5aa724caa" /><Relationship Type="http://schemas.openxmlformats.org/officeDocument/2006/relationships/slide" Target="/ppt/slides/slide3.xml" Id="R3f33f47ed58b4808" /><Relationship Type="http://schemas.openxmlformats.org/officeDocument/2006/relationships/slide" Target="/ppt/slides/slide4.xml" Id="Rac31628f3ddf47b9" /><Relationship Type="http://schemas.openxmlformats.org/officeDocument/2006/relationships/slide" Target="/ppt/slides/slide5.xml" Id="Rcc88f33e64354ace" /><Relationship Type="http://schemas.openxmlformats.org/officeDocument/2006/relationships/slide" Target="/ppt/slides/slide6.xml" Id="Rfcf5758dff524c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78f27e6fd74f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2ae18609d54022" /><Relationship Type="http://schemas.openxmlformats.org/officeDocument/2006/relationships/notesMaster" Target="/ppt/notesMasters/notesMaster1.xml" Id="Rf2fdffca775a4f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d5bdc2244d43e8" /><Relationship Type="http://schemas.openxmlformats.org/officeDocument/2006/relationships/notesMaster" Target="/ppt/notesMasters/notesMaster1.xml" Id="Rdd646600a50c4c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0228a233df4b15" /><Relationship Type="http://schemas.openxmlformats.org/officeDocument/2006/relationships/notesMaster" Target="/ppt/notesMasters/notesMaster1.xml" Id="Rfce6524d195a41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d29632e86e40f9" /><Relationship Type="http://schemas.openxmlformats.org/officeDocument/2006/relationships/notesMaster" Target="/ppt/notesMasters/notesMaster1.xml" Id="R5dfbbe8f7a8347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e970d03d21471f" /><Relationship Type="http://schemas.openxmlformats.org/officeDocument/2006/relationships/notesMaster" Target="/ppt/notesMasters/notesMaster1.xml" Id="R508d02ddbba94f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d06092639f4813" /><Relationship Type="http://schemas.openxmlformats.org/officeDocument/2006/relationships/notesMaster" Target="/ppt/notesMasters/notesMaster1.xml" Id="R50ae8a5f447049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550b2fc2144a9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ff8ab49ce841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fbdf0214c4e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51f91c99084ee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97899380a485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387cdd6a584e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226EFA-5226-41FD-A515-502DB86A1A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467842-8371-48CF-8568-0453B5A044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03835AC-7F84-4C7A-8E18-B0C8BDC209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C5FFF3-2720-40A2-80F6-4D032ACCC4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02251B-44D8-4BAE-A65E-3A5BA936B9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DA09F45-D6BD-4134-8C47-2375C8B1EB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1BE6A5C-2037-46B2-85A9-42175CF230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8DB94F-088D-4BD4-B47A-5C25EEB9D79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298EE8-6660-4FC0-8B74-C86074742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66483A5-21AF-4BC9-8C54-6FD420F566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b4db4532b14ced" /><Relationship Type="http://schemas.openxmlformats.org/officeDocument/2006/relationships/slideLayout" Target="/ppt/slideLayouts/slideLayout1.xml" Id="Rf7814fee5b1542e2" /><Relationship Type="http://schemas.openxmlformats.org/officeDocument/2006/relationships/slideLayout" Target="/ppt/slideLayouts/slideLayout2.xml" Id="R4f7a2d604d44437b" /><Relationship Type="http://schemas.openxmlformats.org/officeDocument/2006/relationships/slideLayout" Target="/ppt/slideLayouts/slideLayout3.xml" Id="Rd86e301171a84d20" /><Relationship Type="http://schemas.openxmlformats.org/officeDocument/2006/relationships/slideLayout" Target="/ppt/slideLayouts/slideLayout4.xml" Id="Rf569b904badb4a3b" /><Relationship Type="http://schemas.openxmlformats.org/officeDocument/2006/relationships/slideLayout" Target="/ppt/slideLayouts/slideLayout5.xml" Id="Rf4175aa9a8f54aff" /><Relationship Type="http://schemas.openxmlformats.org/officeDocument/2006/relationships/slideLayout" Target="/ppt/slideLayouts/slideLayout6.xml" Id="R2c15876dd4024c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814fee5b1542e2"/>
    <p:sldLayoutId xmlns:r="http://schemas.openxmlformats.org/officeDocument/2006/relationships" id="2147483650" r:id="R4f7a2d604d44437b"/>
    <p:sldLayoutId xmlns:r="http://schemas.openxmlformats.org/officeDocument/2006/relationships" id="2147483651" r:id="Rd86e301171a84d20"/>
    <p:sldLayoutId xmlns:r="http://schemas.openxmlformats.org/officeDocument/2006/relationships" id="2147483652" r:id="Rf569b904badb4a3b"/>
    <p:sldLayoutId xmlns:r="http://schemas.openxmlformats.org/officeDocument/2006/relationships" id="2147483653" r:id="Rf4175aa9a8f54aff"/>
    <p:sldLayoutId xmlns:r="http://schemas.openxmlformats.org/officeDocument/2006/relationships" id="2147483654" r:id="R2c15876dd4024c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0dfaff63d4ae8" /><Relationship Type="http://schemas.openxmlformats.org/officeDocument/2006/relationships/image" Target="/ppt/media/image.jpeg" Id="Rc5a3814f228545ef" /><Relationship Type="http://schemas.openxmlformats.org/officeDocument/2006/relationships/notesSlide" Target="/ppt/notesSlides/notesSlide1.xml" Id="R33565ae2c4eb45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ac9143c5bf4dc5" /><Relationship Type="http://schemas.openxmlformats.org/officeDocument/2006/relationships/image" Target="/ppt/media/image2.jpeg" Id="R9de11946570a497c" /><Relationship Type="http://schemas.openxmlformats.org/officeDocument/2006/relationships/notesSlide" Target="/ppt/notesSlides/notesSlide2.xml" Id="Rff4194eb05354c76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64c47de6d334c25"/><Relationship Type="http://schemas.openxmlformats.org/officeDocument/2006/relationships/image" Target="/ppt/media/image3.jpeg" Id="R69966856556442c9"/><Relationship Type="http://schemas.openxmlformats.org/officeDocument/2006/relationships/notesSlide" Target="/ppt/notesSlides/notesSlide3.xml" Id="R44274d961af94826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3e42842216e482a"/><Relationship Type="http://schemas.openxmlformats.org/officeDocument/2006/relationships/image" Target="/ppt/media/image4.jpeg" Id="R69c0676365614ef6"/><Relationship Type="http://schemas.openxmlformats.org/officeDocument/2006/relationships/notesSlide" Target="/ppt/notesSlides/notesSlide4.xml" Id="R41e9db8eef684319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38e7b13331b4d2f"/><Relationship Type="http://schemas.openxmlformats.org/officeDocument/2006/relationships/image" Target="/ppt/media/image5.jpeg" Id="Rd86438fcb1ab43d6"/><Relationship Type="http://schemas.openxmlformats.org/officeDocument/2006/relationships/notesSlide" Target="/ppt/notesSlides/notesSlide5.xml" Id="R0e32f1f34cbe461c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e34f797cc22494c"/><Relationship Type="http://schemas.openxmlformats.org/officeDocument/2006/relationships/image" Target="/ppt/media/image6.jpeg" Id="R0eda6b64b2c74f57"/><Relationship Type="http://schemas.openxmlformats.org/officeDocument/2006/relationships/notesSlide" Target="/ppt/notesSlides/notesSlide6.xml" Id="Raff9fcc7a6f248ef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10167-6D2B-4FB4-B72E-6F7B07AC0C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3814f228545ef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54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C0F34E-0909-45B5-8BF3-A8CC9CBB3F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11946570a497c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072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D61E4-0538-45FC-AB28-E7F5645D56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66856556442c9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73804576-A160-4A89-846C-228EC9E275E9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89011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FDCF25-3EAF-4D12-931D-B4A6874466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0676365614ef6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1D9A04AA-B9DB-46C1-8A79-E5241BB09493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855E7D1E-E90E-41B3-A16A-C933A4A4D234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68590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8A9D3-7F7F-4A8D-9EB5-8140B68CED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438fcb1ab43d6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4D56DBC7-5ECC-46A6-8113-73E69542F3C0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3898601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2B695B85-5FBC-40DE-AB2F-ED60C1AF8430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12398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9BC4694F-55E5-427D-BFE1-9A23DAB0432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044343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102009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06067-E5A6-4399-A429-2D8FEF24D4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a6b64b2c74f57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76BB5670-C02F-4D48-BF03-03B16572827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DE041D0C-9D4C-4931-80BE-F4D706EDCAE4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B8D7EC59-03CE-4DB8-A7CF-A49F55A8CD6A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2A983EA0-258D-49E6-A5C8-1C086274A77F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8F361B89-7EDD-4BBF-925B-4FF7F46E0687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F78B5090-B244-45EC-83A9-CEC20A1F55D2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1BE00513-085B-4776-B52D-D20D0D20CDAA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07329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2026-10-16T23:51:32.6930000Z</dcterms:created>
  <dcterms:modified xsi:type="dcterms:W3CDTF">2026-10-16T23:51:32.6930000Z</dcterms:modified>
</coreProperties>
</file>