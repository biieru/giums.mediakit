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theme" Target="theme/theme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Original IGNAVRAK dragon artwork from the GIUMS media kit: https://github.com/Biieru/GIUMS.Mediakit/assets/hero.webp.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Content and original artwork: https://github.com/Biieru/GIUMS.Mediakit. Audience figures supplied in the media kit, October 2026.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ww.instagram.com/giums/" TargetMode="External"/><Relationship Id="rId6" Type="http://schemas.openxmlformats.org/officeDocument/2006/relationships/hyperlink" Target="https://www.youtube.com/@GIUMSyt" TargetMode="External"/><Relationship Id="rId7" Type="http://schemas.openxmlformats.org/officeDocument/2006/relationships/hyperlink" Target="https://www.patreon.com/cw/giums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www.patreon.com/cw/giums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hyperlink" Target="https://www.youtube.com/watch?v=1wZL_RG2Ma4&amp;feature=youtu.be" TargetMode="External"/><Relationship Id="rId6" Type="http://schemas.openxmlformats.org/officeDocument/2006/relationships/hyperlink" Target="https://www.instagram.com/reels/CQjiu2mBFcf/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hyperlink" Target="mailto:giumsart@gmail.com  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6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1" descr="01CAPA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243222" cy="68550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1" descr="02QUEM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81922" y="-9010"/>
            <a:ext cx="10628156" cy="6867010"/>
          </a:xfrm>
          <a:prstGeom prst="rect">
            <a:avLst/>
          </a:prstGeom>
        </p:spPr>
      </p:pic>
      <p:pic>
        <p:nvPicPr>
          <p:cNvPr id="80" name="Picture 2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flipV="1">
            <a:off x="4114800" y="4495800"/>
            <a:ext cx="3071943" cy="189897"/>
          </a:xfrm>
          <a:prstGeom prst="rect">
            <a:avLst/>
          </a:prstGeom>
        </p:spPr>
      </p:pic>
      <p:sp>
        <p:nvSpPr>
          <p:cNvPr id="81" name="TextBox 3"/>
          <p:cNvSpPr txBox="1"/>
          <p:nvPr/>
        </p:nvSpPr>
        <p:spPr>
          <a:xfrm>
            <a:off x="4724400" y="32004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/>
        </p:txBody>
      </p:sp>
      <p:sp>
        <p:nvSpPr>
          <p:cNvPr id="82" name="TextBox 4"/>
          <p:cNvSpPr txBox="1"/>
          <p:nvPr/>
        </p:nvSpPr>
        <p:spPr>
          <a:xfrm>
            <a:off x="4038600" y="4407868"/>
            <a:ext cx="1208559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>
                <a:hlinkClick r:id="rId5"/>
              </a:rPr>
              <a:t>Instagram</a:t>
            </a:r>
            <a:endParaRPr>
              <a:hlinkClick r:id="rId5"/>
            </a:endParaRPr>
          </a:p>
        </p:txBody>
      </p:sp>
      <p:sp>
        <p:nvSpPr>
          <p:cNvPr id="83" name="TextBox 4"/>
          <p:cNvSpPr txBox="1"/>
          <p:nvPr/>
        </p:nvSpPr>
        <p:spPr>
          <a:xfrm>
            <a:off x="5257800" y="4407868"/>
            <a:ext cx="1208559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>
                <a:hlinkClick r:id="rId6"/>
              </a:rPr>
              <a:t>Youtube</a:t>
            </a:r>
            <a:endParaRPr>
              <a:hlinkClick r:id="rId6"/>
            </a:endParaRPr>
          </a:p>
        </p:txBody>
      </p:sp>
      <p:sp>
        <p:nvSpPr>
          <p:cNvPr id="84" name="TextBox 4"/>
          <p:cNvSpPr txBox="1"/>
          <p:nvPr/>
        </p:nvSpPr>
        <p:spPr>
          <a:xfrm>
            <a:off x="6400800" y="4407868"/>
            <a:ext cx="1208559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>
                <a:hlinkClick r:id="rId7"/>
              </a:rPr>
              <a:t>Patreon</a:t>
            </a:r>
            <a:endParaRPr>
              <a:hlinkClick r:id="rId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6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1" descr="03YATHRA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0"/>
            <a:ext cx="12193781" cy="6851736"/>
          </a:xfrm>
          <a:prstGeom prst="rect">
            <a:avLst/>
          </a:prstGeom>
        </p:spPr>
      </p:pic>
      <p:pic>
        <p:nvPicPr>
          <p:cNvPr id="88" name="Picture 2" descr="Captura de tela 2026-10-16 215004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85800" y="6096000"/>
            <a:ext cx="2022209" cy="304800"/>
          </a:xfrm>
          <a:prstGeom prst="rect">
            <a:avLst/>
          </a:prstGeom>
        </p:spPr>
      </p:pic>
      <p:sp>
        <p:nvSpPr>
          <p:cNvPr id="89" name="TextBox 3"/>
          <p:cNvSpPr txBox="1"/>
          <p:nvPr/>
        </p:nvSpPr>
        <p:spPr>
          <a:xfrm>
            <a:off x="4724400" y="32004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/>
        </p:txBody>
      </p:sp>
      <p:sp>
        <p:nvSpPr>
          <p:cNvPr id="90" name="TextBox 4"/>
          <p:cNvSpPr txBox="1"/>
          <p:nvPr/>
        </p:nvSpPr>
        <p:spPr>
          <a:xfrm>
            <a:off x="609600" y="6019800"/>
            <a:ext cx="2743200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>
                <a:hlinkClick r:id="rId5"/>
              </a:rPr>
              <a:t>Patreon.com/GIUMS</a:t>
            </a:r>
            <a:endParaRPr>
              <a:hlinkClick r:id="rId5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1" descr="04PUBLICO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640847" y="0"/>
            <a:ext cx="8910307" cy="68562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05MARCA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315991" y="0"/>
            <a:ext cx="9560019" cy="6862778"/>
          </a:xfrm>
          <a:prstGeom prst="rect">
            <a:avLst/>
          </a:prstGeom>
        </p:spPr>
      </p:pic>
      <p:pic>
        <p:nvPicPr>
          <p:cNvPr id="95" name="Picture 2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43800" y="6019800"/>
            <a:ext cx="2401102" cy="447675"/>
          </a:xfrm>
          <a:prstGeom prst="rect">
            <a:avLst/>
          </a:prstGeom>
        </p:spPr>
      </p:pic>
      <p:pic>
        <p:nvPicPr>
          <p:cNvPr id="96" name="Picture 3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391400" y="6079439"/>
            <a:ext cx="2410574" cy="164199"/>
          </a:xfrm>
          <a:prstGeom prst="rect">
            <a:avLst/>
          </a:prstGeom>
        </p:spPr>
      </p:pic>
      <p:sp>
        <p:nvSpPr>
          <p:cNvPr id="97" name="TextBox 4"/>
          <p:cNvSpPr txBox="1"/>
          <p:nvPr/>
        </p:nvSpPr>
        <p:spPr>
          <a:xfrm>
            <a:off x="7374044" y="6041453"/>
            <a:ext cx="1765496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900">
                <a:hlinkClick r:id="rId5"/>
              </a:rPr>
              <a:t>youtu.be/1wZL_RG2Ma4</a:t>
            </a:r>
            <a:endParaRPr sz="900">
              <a:hlinkClick r:id="rId5"/>
            </a:endParaRPr>
          </a:p>
        </p:txBody>
      </p:sp>
      <p:sp>
        <p:nvSpPr>
          <p:cNvPr id="98" name="TextBox 4"/>
          <p:cNvSpPr txBox="1"/>
          <p:nvPr/>
        </p:nvSpPr>
        <p:spPr>
          <a:xfrm>
            <a:off x="7502311" y="6221519"/>
            <a:ext cx="2095254" cy="2286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900">
                <a:hlinkClick r:id="rId6"/>
              </a:rPr>
              <a:t>instagram.com/reels/CQjiu2mBFcf</a:t>
            </a:r>
            <a:endParaRPr sz="900">
              <a:hlinkClick r:id="rId6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1" descr="06TRABALH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69275"/>
            <a:ext cx="12139393" cy="4519451"/>
          </a:xfrm>
          <a:prstGeom prst="rect">
            <a:avLst/>
          </a:prstGeom>
        </p:spPr>
      </p:pic>
      <p:pic>
        <p:nvPicPr>
          <p:cNvPr id="101" name="Picture 2" descr="Captura de tela 2026-10-16 214636.pn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543800" y="2590800"/>
            <a:ext cx="3600450" cy="447675"/>
          </a:xfrm>
          <a:prstGeom prst="rect">
            <a:avLst/>
          </a:prstGeom>
        </p:spPr>
      </p:pic>
      <p:sp>
        <p:nvSpPr>
          <p:cNvPr id="102" name="TextBox 3"/>
          <p:cNvSpPr txBox="1"/>
          <p:nvPr/>
        </p:nvSpPr>
        <p:spPr>
          <a:xfrm>
            <a:off x="7696200" y="2743200"/>
            <a:ext cx="3666668" cy="121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>
                <a:hlinkClick r:id="rId5"/>
              </a:rPr>
              <a:t>giumsart@gmail.com</a:t>
            </a:r>
            <a:endParaRPr sz="2800">
              <a:hlinkClick r:id="rId5"/>
            </a:endParaRPr>
          </a:p>
          <a:p>
            <a:endParaRPr sz="2800">
              <a:hlinkClick r:id="rId5"/>
            </a:endParaRP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hatGPT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 algn="b" rotWithShape="1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 algn="b" rotWithShape="1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 algn="b" rotWithShape="1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 algn="b" rotWithShape="1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 algn="b" rotWithShape="1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hatGPT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 algn="b" rotWithShape="1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 algn="b" rotWithShape="1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 algn="b" rotWithShape="1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 algn="b" rotWithShape="1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 algn="b" rotWithShape="1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 algn="b" rotWithShape="1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6</Slides>
  <Notes>6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2026-10-17T00:28:22.1220000Z</dcterms:created>
  <dcterms:modified xsi:type="dcterms:W3CDTF">2026-10-17T00:28:22.1220000Z</dcterms:modified>
</cp:coreProperties>
</file>