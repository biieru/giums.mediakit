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f957b06d52646f3" /><Relationship Type="http://schemas.openxmlformats.org/officeDocument/2006/relationships/extended-properties" Target="/docProps/app.xml" Id="Reecb06e28bc64266" /><Relationship Type="http://schemas.openxmlformats.org/officeDocument/2006/relationships/officeDocument" Target="/ppt/presentation.xml" Id="R2e05a528b44648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e86f28aafa4006"/>
  </p:sldMasterIdLst>
  <p:notesMasterIdLst>
    <p:notesMasterId xmlns:r="http://schemas.openxmlformats.org/officeDocument/2006/relationships" r:id="Rafae1512767246a1"/>
  </p:notesMasterIdLst>
  <p:sldIdLst>
    <p:sldId xmlns:r="http://schemas.openxmlformats.org/officeDocument/2006/relationships" id="256" r:id="R0d9c5643459d4d42"/>
    <p:sldId xmlns:r="http://schemas.openxmlformats.org/officeDocument/2006/relationships" id="257" r:id="R215b7a00de4a476c"/>
    <p:sldId xmlns:r="http://schemas.openxmlformats.org/officeDocument/2006/relationships" id="258" r:id="R2922f1ad294d4a0a"/>
    <p:sldId xmlns:r="http://schemas.openxmlformats.org/officeDocument/2006/relationships" id="259" r:id="Re0c0893152f9401b"/>
    <p:sldId xmlns:r="http://schemas.openxmlformats.org/officeDocument/2006/relationships" id="260" r:id="R9ae14f341bb6467e"/>
    <p:sldId xmlns:r="http://schemas.openxmlformats.org/officeDocument/2006/relationships" id="261" r:id="R7843cfae4c9240a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1c23b0a7c91458e" /><Relationship Type="http://schemas.openxmlformats.org/officeDocument/2006/relationships/slideMaster" Target="/ppt/slideMasters/slideMaster1.xml" Id="R21e86f28aafa4006" /><Relationship Type="http://schemas.openxmlformats.org/officeDocument/2006/relationships/notesMaster" Target="/ppt/notesMasters/notesMaster1.xml" Id="Rafae1512767246a1" /><Relationship Type="http://schemas.openxmlformats.org/officeDocument/2006/relationships/presProps" Target="/ppt/presProps.xml" Id="R543f17832d3844f6" /><Relationship Type="http://schemas.openxmlformats.org/officeDocument/2006/relationships/tableStyles" Target="/ppt/tableStyles.xml" Id="R5554d1b9bfa545a0" /><Relationship Type="http://schemas.openxmlformats.org/officeDocument/2006/relationships/slide" Target="/ppt/slides/slide1.xml" Id="R0d9c5643459d4d42" /><Relationship Type="http://schemas.openxmlformats.org/officeDocument/2006/relationships/slide" Target="/ppt/slides/slide2.xml" Id="R215b7a00de4a476c" /><Relationship Type="http://schemas.openxmlformats.org/officeDocument/2006/relationships/slide" Target="/ppt/slides/slide3.xml" Id="R2922f1ad294d4a0a" /><Relationship Type="http://schemas.openxmlformats.org/officeDocument/2006/relationships/slide" Target="/ppt/slides/slide4.xml" Id="Re0c0893152f9401b" /><Relationship Type="http://schemas.openxmlformats.org/officeDocument/2006/relationships/slide" Target="/ppt/slides/slide5.xml" Id="R9ae14f341bb6467e" /><Relationship Type="http://schemas.openxmlformats.org/officeDocument/2006/relationships/slide" Target="/ppt/slides/slide6.xml" Id="R7843cfae4c9240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9d9e0af45cd4ed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61421ff97854195" /><Relationship Type="http://schemas.openxmlformats.org/officeDocument/2006/relationships/notesMaster" Target="/ppt/notesMasters/notesMaster1.xml" Id="R2ae377bb209a4d4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f269a5ab6e340e1" /><Relationship Type="http://schemas.openxmlformats.org/officeDocument/2006/relationships/notesMaster" Target="/ppt/notesMasters/notesMaster1.xml" Id="R7b11e034500e462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7eaf9438eb44f39" /><Relationship Type="http://schemas.openxmlformats.org/officeDocument/2006/relationships/notesMaster" Target="/ppt/notesMasters/notesMaster1.xml" Id="R14ebb83f5ce8409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e50894a485b43d1" /><Relationship Type="http://schemas.openxmlformats.org/officeDocument/2006/relationships/notesMaster" Target="/ppt/notesMasters/notesMaster1.xml" Id="R9ac3f6bb6c5241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848690a12ef4ad1" /><Relationship Type="http://schemas.openxmlformats.org/officeDocument/2006/relationships/notesMaster" Target="/ppt/notesMasters/notesMaster1.xml" Id="R946e5d8ae77547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61992d355c7472e" /><Relationship Type="http://schemas.openxmlformats.org/officeDocument/2006/relationships/notesMaster" Target="/ppt/notesMasters/notesMaster1.xml" Id="Rf7c7372a0c364fc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Cover.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Artist and original art.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YATHRA.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Audience and reach.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Brand partnerships.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Contact and usage rights. Source: https://github.com/Biieru/GIUMS.Mediakit (index.html, css/style.css, js/brand.js, assets). Visual reproduced from the website at its original proportions. Audience figures as supplied: October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dd3c2de526c461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179c3e70a943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2239fb9efcd46b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de7787b2ee142a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27fe804662430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77f42ba4f3489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4677B12-51B8-4FD6-89D7-3F803B7227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D7F9E2C-39E3-4CD7-921A-B2705C83C8B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B0748AD-3C4D-4E59-A668-32FE1E7124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E61C182-1116-4934-80D3-DB238BFB397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2895959-472A-46D3-A52C-C107953A2A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23493F-A01A-498E-8D5F-DAE8939C9E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1958C54-4CA1-4568-BCF9-7BFF9477437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EFB9CAF-8377-45B5-9CA5-0E115318696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8E0F5D8-F7C7-483E-8090-B870AA69CF8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769DCFD-8281-4891-9547-B50DFB853A3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f0448b3dc04f9e" /><Relationship Type="http://schemas.openxmlformats.org/officeDocument/2006/relationships/slideLayout" Target="/ppt/slideLayouts/slideLayout1.xml" Id="Rc788c7ca170246d0" /><Relationship Type="http://schemas.openxmlformats.org/officeDocument/2006/relationships/slideLayout" Target="/ppt/slideLayouts/slideLayout2.xml" Id="R3048ec9ac90e4a99" /><Relationship Type="http://schemas.openxmlformats.org/officeDocument/2006/relationships/slideLayout" Target="/ppt/slideLayouts/slideLayout3.xml" Id="Ra6e693fa6a5e4e9c" /><Relationship Type="http://schemas.openxmlformats.org/officeDocument/2006/relationships/slideLayout" Target="/ppt/slideLayouts/slideLayout4.xml" Id="R7b6d9e11ae0d4553" /><Relationship Type="http://schemas.openxmlformats.org/officeDocument/2006/relationships/slideLayout" Target="/ppt/slideLayouts/slideLayout5.xml" Id="R281b13af78944233" /><Relationship Type="http://schemas.openxmlformats.org/officeDocument/2006/relationships/slideLayout" Target="/ppt/slideLayouts/slideLayout6.xml" Id="Rf78b1bc2db0a48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788c7ca170246d0"/>
    <p:sldLayoutId xmlns:r="http://schemas.openxmlformats.org/officeDocument/2006/relationships" id="2147483650" r:id="R3048ec9ac90e4a99"/>
    <p:sldLayoutId xmlns:r="http://schemas.openxmlformats.org/officeDocument/2006/relationships" id="2147483651" r:id="Ra6e693fa6a5e4e9c"/>
    <p:sldLayoutId xmlns:r="http://schemas.openxmlformats.org/officeDocument/2006/relationships" id="2147483652" r:id="R7b6d9e11ae0d4553"/>
    <p:sldLayoutId xmlns:r="http://schemas.openxmlformats.org/officeDocument/2006/relationships" id="2147483653" r:id="R281b13af78944233"/>
    <p:sldLayoutId xmlns:r="http://schemas.openxmlformats.org/officeDocument/2006/relationships" id="2147483654" r:id="Rf78b1bc2db0a48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48fb5b7a880447e" /><Relationship Type="http://schemas.openxmlformats.org/officeDocument/2006/relationships/image" Target="/ppt/media/image.jpeg" Id="Rc40fd7722c654629" /><Relationship Type="http://schemas.openxmlformats.org/officeDocument/2006/relationships/notesSlide" Target="/ppt/notesSlides/notesSlide1.xml" Id="R97591671524649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baf2867aaf44d0" /><Relationship Type="http://schemas.openxmlformats.org/officeDocument/2006/relationships/image" Target="/ppt/media/image2.jpeg" Id="R11d45cd706dd46eb" /><Relationship Type="http://schemas.openxmlformats.org/officeDocument/2006/relationships/notesSlide" Target="/ppt/notesSlides/notesSlide2.xml" Id="R5dada8fe6c38448d" /></Relationships>
</file>

<file path=ppt/slides/_rels/slide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23f04df794c44801"/><Relationship Type="http://schemas.openxmlformats.org/officeDocument/2006/relationships/image" Target="/ppt/media/image3.jpeg" Id="Rf6bc9573b9884829"/><Relationship Type="http://schemas.openxmlformats.org/officeDocument/2006/relationships/notesSlide" Target="/ppt/notesSlides/notesSlide3.xml" Id="Ra6cc01197aec4008"/><Relationship Id="rIdClick1" Type="http://schemas.openxmlformats.org/officeDocument/2006/relationships/hyperlink" Target="https://www.patreon.com/giums" TargetMode="External"/></Relationships>
</file>

<file path=ppt/slides/_rels/slide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1947c0052644049"/><Relationship Type="http://schemas.openxmlformats.org/officeDocument/2006/relationships/image" Target="/ppt/media/image4.jpeg" Id="R61d0b7dcda6d4ed5"/><Relationship Type="http://schemas.openxmlformats.org/officeDocument/2006/relationships/notesSlide" Target="/ppt/notesSlides/notesSlide4.xml" Id="R7587ee58937e4c5e"/><Relationship Id="rIdClick1" Type="http://schemas.openxmlformats.org/officeDocument/2006/relationships/hyperlink" Target="https://www.instagram.com/giums/" TargetMode="External"/><Relationship Id="rIdClick2" Type="http://schemas.openxmlformats.org/officeDocument/2006/relationships/hyperlink" Target="https://www.patreon.com/giums" TargetMode="External"/></Relationships>
</file>

<file path=ppt/slides/_rels/slide5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c58bf16aa70497d"/><Relationship Type="http://schemas.openxmlformats.org/officeDocument/2006/relationships/image" Target="/ppt/media/image5.jpeg" Id="Rdb75ea499d4343c5"/><Relationship Type="http://schemas.openxmlformats.org/officeDocument/2006/relationships/notesSlide" Target="/ppt/notesSlides/notesSlide5.xml" Id="Rf318dbd6135048c7"/><Relationship Id="rIdClick1" Type="http://schemas.openxmlformats.org/officeDocument/2006/relationships/hyperlink" Target="https://youtu.be/1wZL_RG2Ma4" TargetMode="External"/><Relationship Id="rIdClick2" Type="http://schemas.openxmlformats.org/officeDocument/2006/relationships/hyperlink" Target="https://www.instagram.com/reels/CQjiu2mBFcf/" TargetMode="External"/><Relationship Id="rIdClick3" Type="http://schemas.openxmlformats.org/officeDocument/2006/relationships/hyperlink" Target="mailto:giumsart@gmail.com" TargetMode="External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03a5e77c4aa946d7"/><Relationship Type="http://schemas.openxmlformats.org/officeDocument/2006/relationships/image" Target="/ppt/media/image6.jpeg" Id="Rda996972f26d46b7"/><Relationship Type="http://schemas.openxmlformats.org/officeDocument/2006/relationships/notesSlide" Target="/ppt/notesSlides/notesSlide6.xml" Id="R085e526e10ff46b1"/><Relationship Id="rIdClick1" Type="http://schemas.openxmlformats.org/officeDocument/2006/relationships/hyperlink" Target="mailto:giumsart@gmail.com" TargetMode="External"/><Relationship Id="rIdClick2" Type="http://schemas.openxmlformats.org/officeDocument/2006/relationships/hyperlink" Target="https://giums.onrender.com/" TargetMode="External"/><Relationship Id="rIdClick3" Type="http://schemas.openxmlformats.org/officeDocument/2006/relationships/hyperlink" Target="https://www.instagram.com/giums/" TargetMode="External"/><Relationship Id="rIdClick4" Type="http://schemas.openxmlformats.org/officeDocument/2006/relationships/hyperlink" Target="https://bsky.app/profile/giums.bsky.social" TargetMode="External"/><Relationship Id="rIdClick5" Type="http://schemas.openxmlformats.org/officeDocument/2006/relationships/hyperlink" Target="https://www.youtube.com/@GIUMSyt" TargetMode="External"/><Relationship Id="rIdClick6" Type="http://schemas.openxmlformats.org/officeDocument/2006/relationships/hyperlink" Target="https://www.twitch.tv/giums" TargetMode="External"/><Relationship Id="rIdClick7" Type="http://schemas.openxmlformats.org/officeDocument/2006/relationships/hyperlink" Target="https://www.patreon.com/giums" TargetMode="Externa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2990A-B84E-495A-A76A-492486E9AC7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0fd7722c654629"/>
          <a:stretch xmlns:a="http://schemas.openxmlformats.org/drawingml/2006/main"/>
        </p:blipFill>
        <p:spPr>
          <a:xfrm xmlns:a="http://schemas.openxmlformats.org/drawingml/2006/main">
            <a:off x="0" y="265800"/>
            <a:ext cx="12192000" cy="63264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7903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21BCBE-9072-4E28-BCBD-E1AE8FB6F24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d45cd706dd46eb"/>
          <a:stretch xmlns:a="http://schemas.openxmlformats.org/drawingml/2006/main"/>
        </p:blipFill>
        <p:spPr>
          <a:xfrm xmlns:a="http://schemas.openxmlformats.org/drawingml/2006/main">
            <a:off x="2262523" y="0"/>
            <a:ext cx="7666954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885570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5897E5-7635-46F7-8B22-40113648F3D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bc9573b9884829"/>
          <a:stretch xmlns:a="http://schemas.openxmlformats.org/drawingml/2006/main"/>
        </p:blipFill>
        <p:spPr>
          <a:xfrm xmlns:a="http://schemas.openxmlformats.org/drawingml/2006/main">
            <a:off x="0" y="573000"/>
            <a:ext cx="12192000" cy="5712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A30D4E09-05DC-46A1-8AA8-D5E36C3DF405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50" y="5902650"/>
            <a:ext cx="1894950" cy="14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0417602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BE0C08-AC3F-4D11-AE13-B99CA32F56D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0b7dcda6d4ed5"/>
          <a:stretch xmlns:a="http://schemas.openxmlformats.org/drawingml/2006/main"/>
        </p:blipFill>
        <p:spPr>
          <a:xfrm xmlns:a="http://schemas.openxmlformats.org/drawingml/2006/main">
            <a:off x="2466975" y="0"/>
            <a:ext cx="72580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0F8CCA3F-FBE1-485F-AF9F-2B0E0515C4DE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452" y="615970"/>
            <a:ext cx="346383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F6AEC7DA-9099-424A-A49A-FB06944A914A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5922" y="615970"/>
            <a:ext cx="810458" cy="1028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2082669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6A7438-F02B-4CCD-8570-1AD84D005E2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75ea499d4343c5"/>
          <a:stretch xmlns:a="http://schemas.openxmlformats.org/drawingml/2006/main"/>
        </p:blipFill>
        <p:spPr>
          <a:xfrm xmlns:a="http://schemas.openxmlformats.org/drawingml/2006/main">
            <a:off x="3029218" y="0"/>
            <a:ext cx="6133563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D3FEEDBA-5C55-415F-8937-DCC1AA2AAF1C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3898601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06E9174C-A8A8-4363-BA27-E9BBB6D89121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1833" y="4012398"/>
            <a:ext cx="2271939" cy="11379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1085EC14-3214-4B24-9483-61E3F90CB370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9572" y="5044343"/>
            <a:ext cx="971575" cy="111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702619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060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AC05B9-3D3D-4BF2-930C-E618E7426C8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a996972f26d46b7"/>
          <a:stretch xmlns:a="http://schemas.openxmlformats.org/drawingml/2006/main"/>
        </p:blipFill>
        <p:spPr>
          <a:xfrm xmlns:a="http://schemas.openxmlformats.org/drawingml/2006/main">
            <a:off x="0" y="1633800"/>
            <a:ext cx="12192000" cy="3590400"/>
          </a:xfrm>
          <a:prstGeom xmlns:a="http://schemas.openxmlformats.org/drawingml/2006/main" prst="rect">
            <a:avLst/>
          </a:prstGeom>
        </p:spPr>
      </p:pic>
      <p:sp>
        <p:nvSpPr>
          <p:cNvPr id="2" name="hotspot-1">
            <a:extLst xmlns:a="http://schemas.openxmlformats.org/drawingml/2006/main">
              <a:ext uri="{FF2B5EF4-FFF2-40B4-BE49-F238E27FC236}">
                <a16:creationId xmlns:a16="http://schemas.microsoft.com/office/drawing/2014/main" id="{1610FCB6-2409-4B0F-ABF9-7C9836DB369D}"/>
              </a:ext>
            </a:extLst>
            <ns0:hlinkClick xmlns:ns0="http://schemas.openxmlformats.org/drawingml/2006/main" xmlns:ns1="http://schemas.openxmlformats.org/officeDocument/2006/relationships" ns1:id="rIdClic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2359350"/>
            <a:ext cx="14275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3" name="hotspot-2">
            <a:extLst xmlns:a="http://schemas.openxmlformats.org/drawingml/2006/main">
              <a:ext uri="{FF2B5EF4-FFF2-40B4-BE49-F238E27FC236}">
                <a16:creationId xmlns:a16="http://schemas.microsoft.com/office/drawing/2014/main" id="{76DB2D56-1288-4CBB-AB34-2B71AD69C61D}"/>
              </a:ext>
            </a:extLst>
            <ns2:hlinkClick xmlns:ns2="http://schemas.openxmlformats.org/drawingml/2006/main" xmlns:ns3="http://schemas.openxmlformats.org/officeDocument/2006/relationships" ns3:id="rIdClic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36750" y="2359350"/>
            <a:ext cx="13651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4" name="hotspot-3">
            <a:extLst xmlns:a="http://schemas.openxmlformats.org/drawingml/2006/main">
              <a:ext uri="{FF2B5EF4-FFF2-40B4-BE49-F238E27FC236}">
                <a16:creationId xmlns:a16="http://schemas.microsoft.com/office/drawing/2014/main" id="{ADB8A8F4-A318-4024-9870-DF3AD1D42B8F}"/>
              </a:ext>
            </a:extLst>
            <ns4:hlinkClick xmlns:ns4="http://schemas.openxmlformats.org/drawingml/2006/main" xmlns:ns5="http://schemas.openxmlformats.org/officeDocument/2006/relationships" ns5:id="rIdClick3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6450" y="2731350"/>
            <a:ext cx="5494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5" name="hotspot-4">
            <a:extLst xmlns:a="http://schemas.openxmlformats.org/drawingml/2006/main">
              <a:ext uri="{FF2B5EF4-FFF2-40B4-BE49-F238E27FC236}">
                <a16:creationId xmlns:a16="http://schemas.microsoft.com/office/drawing/2014/main" id="{3BD7D483-0089-45C2-8FA7-AE5B015D3AAB}"/>
              </a:ext>
            </a:extLst>
            <ns6:hlinkClick xmlns:ns6="http://schemas.openxmlformats.org/drawingml/2006/main" xmlns:ns7="http://schemas.openxmlformats.org/officeDocument/2006/relationships" ns7:id="rIdClick4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300" y="2731350"/>
            <a:ext cx="12636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6" name="hotspot-5">
            <a:extLst xmlns:a="http://schemas.openxmlformats.org/drawingml/2006/main">
              <a:ext uri="{FF2B5EF4-FFF2-40B4-BE49-F238E27FC236}">
                <a16:creationId xmlns:a16="http://schemas.microsoft.com/office/drawing/2014/main" id="{575E9BBB-14A2-49F8-ADA3-7DEA8ACB5658}"/>
              </a:ext>
            </a:extLst>
            <ns8:hlinkClick xmlns:ns8="http://schemas.openxmlformats.org/drawingml/2006/main" xmlns:ns9="http://schemas.openxmlformats.org/officeDocument/2006/relationships" ns9:id="rIdClick5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7600" y="3103350"/>
            <a:ext cx="7083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7" name="hotspot-6">
            <a:extLst xmlns:a="http://schemas.openxmlformats.org/drawingml/2006/main">
              <a:ext uri="{FF2B5EF4-FFF2-40B4-BE49-F238E27FC236}">
                <a16:creationId xmlns:a16="http://schemas.microsoft.com/office/drawing/2014/main" id="{2FEB6E62-B790-4D91-B065-5FA17591927B}"/>
              </a:ext>
            </a:extLst>
            <ns10:hlinkClick xmlns:ns10="http://schemas.openxmlformats.org/drawingml/2006/main" xmlns:ns11="http://schemas.openxmlformats.org/officeDocument/2006/relationships" ns11:id="rIdClick6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250" y="3103350"/>
            <a:ext cx="100665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8" name="hotspot-7">
            <a:extLst xmlns:a="http://schemas.openxmlformats.org/drawingml/2006/main">
              <a:ext uri="{FF2B5EF4-FFF2-40B4-BE49-F238E27FC236}">
                <a16:creationId xmlns:a16="http://schemas.microsoft.com/office/drawing/2014/main" id="{8A0DFA8B-7259-4CC9-8137-E73C99EC07CB}"/>
              </a:ext>
            </a:extLst>
            <ns12:hlinkClick xmlns:ns12="http://schemas.openxmlformats.org/drawingml/2006/main" xmlns:ns13="http://schemas.openxmlformats.org/officeDocument/2006/relationships" ns13:id="rIdClick7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0100" y="3475350"/>
            <a:ext cx="1285800" cy="153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51915845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2026-10-16T23:54:22.9670000Z</dcterms:created>
  <dcterms:modified xsi:type="dcterms:W3CDTF">2026-10-16T23:54:22.9670000Z</dcterms:modified>
</coreProperties>
</file>